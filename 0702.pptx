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48" r:id="rId1"/>
  </p:sldMasterIdLst>
  <p:notesMasterIdLst>
    <p:notesMasterId r:id="rId6"/>
  </p:notesMasterIdLst>
  <p:sldIdLst>
    <p:sldId id="270" r:id="rId2"/>
    <p:sldId id="271" r:id="rId3"/>
    <p:sldId id="272" r:id="rId4"/>
    <p:sldId id="273" r:id="rId5"/>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4F15"/>
    <a:srgbClr val="0F9ED5"/>
    <a:srgbClr val="FFFFFF"/>
    <a:srgbClr val="F2AA84"/>
    <a:srgbClr val="96DCF8"/>
    <a:srgbClr val="FF79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1958" autoAdjust="0"/>
  </p:normalViewPr>
  <p:slideViewPr>
    <p:cSldViewPr snapToGrid="0">
      <p:cViewPr>
        <p:scale>
          <a:sx n="100" d="100"/>
          <a:sy n="100" d="100"/>
        </p:scale>
        <p:origin x="912" y="-3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E6F1BE-D1F7-46B6-91F1-DCB06C66FD2D}" type="datetimeFigureOut">
              <a:rPr kumimoji="1" lang="ja-JP" altLang="en-US" smtClean="0"/>
              <a:t>2026/7/2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4031C7-3582-4DF6-9D75-4C1C525CF195}" type="slidenum">
              <a:rPr kumimoji="1" lang="ja-JP" altLang="en-US" smtClean="0"/>
              <a:t>‹#›</a:t>
            </a:fld>
            <a:endParaRPr kumimoji="1" lang="ja-JP" altLang="en-US"/>
          </a:p>
        </p:txBody>
      </p:sp>
    </p:spTree>
    <p:extLst>
      <p:ext uri="{BB962C8B-B14F-4D97-AF65-F5344CB8AC3E}">
        <p14:creationId xmlns:p14="http://schemas.microsoft.com/office/powerpoint/2010/main" val="200071662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タイトル スライド">
    <p:spTree>
      <p:nvGrpSpPr>
        <p:cNvPr id="1" name=""/>
        <p:cNvGrpSpPr/>
        <p:nvPr/>
      </p:nvGrpSpPr>
      <p:grpSpPr>
        <a:xfrm>
          <a:off x="0" y="0"/>
          <a:ext cx="0" cy="0"/>
          <a:chOff x="0" y="0"/>
          <a:chExt cx="0" cy="0"/>
        </a:xfrm>
      </p:grpSpPr>
      <p:pic>
        <p:nvPicPr>
          <p:cNvPr id="7" name="Picture 3" descr="網目と節点でできた球">
            <a:extLst>
              <a:ext uri="{FF2B5EF4-FFF2-40B4-BE49-F238E27FC236}">
                <a16:creationId xmlns:a16="http://schemas.microsoft.com/office/drawing/2014/main" id="{85ED5974-8138-D0AA-AE09-46EAC39D7580}"/>
              </a:ext>
            </a:extLst>
          </p:cNvPr>
          <p:cNvPicPr>
            <a:picLocks noChangeAspect="1"/>
          </p:cNvPicPr>
          <p:nvPr userDrawn="1"/>
        </p:nvPicPr>
        <p:blipFill rotWithShape="1">
          <a:blip r:embed="rId2"/>
          <a:srcRect t="1430" b="23570"/>
          <a:stretch/>
        </p:blipFill>
        <p:spPr>
          <a:xfrm>
            <a:off x="0" y="2"/>
            <a:ext cx="12191979" cy="6857998"/>
          </a:xfrm>
          <a:prstGeom prst="rect">
            <a:avLst/>
          </a:prstGeom>
          <a:effectLst>
            <a:outerShdw blurRad="596900" dist="330200" dir="8820000" sx="87000" sy="87000" algn="ctr" rotWithShape="0">
              <a:srgbClr val="000000">
                <a:alpha val="29000"/>
              </a:srgbClr>
            </a:outerShdw>
          </a:effectLst>
        </p:spPr>
      </p:pic>
      <p:sp>
        <p:nvSpPr>
          <p:cNvPr id="8" name="タイトル 1">
            <a:extLst>
              <a:ext uri="{FF2B5EF4-FFF2-40B4-BE49-F238E27FC236}">
                <a16:creationId xmlns:a16="http://schemas.microsoft.com/office/drawing/2014/main" id="{D4D2A3FD-903F-7869-3A78-C2E2129CCF00}"/>
              </a:ext>
            </a:extLst>
          </p:cNvPr>
          <p:cNvSpPr txBox="1">
            <a:spLocks/>
          </p:cNvSpPr>
          <p:nvPr userDrawn="1"/>
        </p:nvSpPr>
        <p:spPr>
          <a:xfrm>
            <a:off x="589559" y="871312"/>
            <a:ext cx="6107803" cy="2508616"/>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br>
              <a:rPr lang="en-US" altLang="ja-JP" sz="3600" dirty="0">
                <a:solidFill>
                  <a:srgbClr val="FFFFFF"/>
                </a:solidFill>
                <a:latin typeface="メイリオ" panose="020B0604030504040204" pitchFamily="50" charset="-128"/>
                <a:ea typeface="メイリオ" panose="020B0604030504040204" pitchFamily="50" charset="-128"/>
              </a:rPr>
            </a:br>
            <a:endParaRPr lang="ja-JP" altLang="en-US" dirty="0">
              <a:solidFill>
                <a:srgbClr val="FFFFFF"/>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9392746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入力欄あり">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F3441376-3216-1D17-A652-DD6519472F13}"/>
              </a:ext>
            </a:extLst>
          </p:cNvPr>
          <p:cNvSpPr/>
          <p:nvPr userDrawn="1"/>
        </p:nvSpPr>
        <p:spPr>
          <a:xfrm>
            <a:off x="0" y="6542691"/>
            <a:ext cx="12192000" cy="315309"/>
          </a:xfrm>
          <a:prstGeom prst="rect">
            <a:avLst/>
          </a:prstGeom>
          <a:solidFill>
            <a:srgbClr val="0F9ED5"/>
          </a:solidFill>
          <a:ln>
            <a:solidFill>
              <a:srgbClr val="0F9ED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B7643D91-BE50-20CA-41BD-E1505F374340}"/>
              </a:ext>
            </a:extLst>
          </p:cNvPr>
          <p:cNvSpPr>
            <a:spLocks noGrp="1"/>
          </p:cNvSpPr>
          <p:nvPr>
            <p:ph type="title"/>
          </p:nvPr>
        </p:nvSpPr>
        <p:spPr>
          <a:xfrm>
            <a:off x="92476" y="189794"/>
            <a:ext cx="11972276" cy="544512"/>
          </a:xfrm>
        </p:spPr>
        <p:txBody>
          <a:bodyPr/>
          <a:lstStyle>
            <a:lvl1pPr>
              <a:defRPr>
                <a:latin typeface="メイリオ" panose="020B0604030504040204" pitchFamily="50" charset="-128"/>
                <a:ea typeface="メイリオ" panose="020B0604030504040204" pitchFamily="50" charset="-128"/>
              </a:defRPr>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CBD0034-37F9-347A-C08E-A57E0E572908}"/>
              </a:ext>
            </a:extLst>
          </p:cNvPr>
          <p:cNvSpPr>
            <a:spLocks noGrp="1"/>
          </p:cNvSpPr>
          <p:nvPr>
            <p:ph idx="1"/>
          </p:nvPr>
        </p:nvSpPr>
        <p:spPr>
          <a:xfrm>
            <a:off x="92475" y="881432"/>
            <a:ext cx="11972277" cy="5623351"/>
          </a:xfrm>
        </p:spPr>
        <p:txBody>
          <a:bodyPr/>
          <a:lstStyle>
            <a:lvl1pPr>
              <a:lnSpc>
                <a:spcPct val="88000"/>
              </a:lnSpc>
              <a:defRPr>
                <a:latin typeface="メイリオ" panose="020B0604030504040204" pitchFamily="50" charset="-128"/>
                <a:ea typeface="メイリオ" panose="020B0604030504040204" pitchFamily="50" charset="-128"/>
              </a:defRPr>
            </a:lvl1pPr>
            <a:lvl2pPr>
              <a:lnSpc>
                <a:spcPct val="88000"/>
              </a:lnSpc>
              <a:defRPr>
                <a:latin typeface="メイリオ" panose="020B0604030504040204" pitchFamily="50" charset="-128"/>
                <a:ea typeface="メイリオ" panose="020B0604030504040204" pitchFamily="50" charset="-128"/>
              </a:defRPr>
            </a:lvl2pPr>
            <a:lvl3pPr>
              <a:lnSpc>
                <a:spcPct val="88000"/>
              </a:lnSpc>
              <a:defRPr>
                <a:latin typeface="メイリオ" panose="020B0604030504040204" pitchFamily="50" charset="-128"/>
                <a:ea typeface="メイリオ" panose="020B0604030504040204" pitchFamily="50" charset="-128"/>
              </a:defRPr>
            </a:lvl3pPr>
            <a:lvl4pPr>
              <a:lnSpc>
                <a:spcPct val="88000"/>
              </a:lnSpc>
              <a:defRPr>
                <a:latin typeface="メイリオ" panose="020B0604030504040204" pitchFamily="50" charset="-128"/>
                <a:ea typeface="メイリオ" panose="020B0604030504040204" pitchFamily="50" charset="-128"/>
              </a:defRPr>
            </a:lvl4pPr>
            <a:lvl5pPr>
              <a:lnSpc>
                <a:spcPct val="88000"/>
              </a:lnSpc>
              <a:defRPr>
                <a:latin typeface="メイリオ" panose="020B0604030504040204" pitchFamily="50" charset="-128"/>
                <a:ea typeface="メイリオ" panose="020B0604030504040204" pitchFamily="50"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スライド番号プレースホルダー 5">
            <a:extLst>
              <a:ext uri="{FF2B5EF4-FFF2-40B4-BE49-F238E27FC236}">
                <a16:creationId xmlns:a16="http://schemas.microsoft.com/office/drawing/2014/main" id="{571AE6B8-7142-F1E7-9071-C74A3691061C}"/>
              </a:ext>
            </a:extLst>
          </p:cNvPr>
          <p:cNvSpPr>
            <a:spLocks noGrp="1"/>
          </p:cNvSpPr>
          <p:nvPr>
            <p:ph type="sldNum" sz="quarter" idx="12"/>
          </p:nvPr>
        </p:nvSpPr>
        <p:spPr>
          <a:xfrm>
            <a:off x="9321552" y="6604986"/>
            <a:ext cx="2743200" cy="227459"/>
          </a:xfrm>
        </p:spPr>
        <p:txBody>
          <a:bodyPr/>
          <a:lstStyle>
            <a:lvl1pPr>
              <a:defRPr>
                <a:solidFill>
                  <a:schemeClr val="bg1"/>
                </a:solidFill>
                <a:latin typeface="メイリオ" panose="020B0604030504040204" pitchFamily="50" charset="-128"/>
                <a:ea typeface="メイリオ" panose="020B0604030504040204" pitchFamily="50" charset="-128"/>
              </a:defRPr>
            </a:lvl1pPr>
          </a:lstStyle>
          <a:p>
            <a:fld id="{F261CD73-6629-45BF-A740-47428418DA8B}" type="slidenum">
              <a:rPr lang="ja-JP" altLang="en-US" smtClean="0"/>
              <a:pPr/>
              <a:t>‹#›</a:t>
            </a:fld>
            <a:endParaRPr lang="ja-JP" altLang="en-US"/>
          </a:p>
        </p:txBody>
      </p:sp>
      <p:cxnSp>
        <p:nvCxnSpPr>
          <p:cNvPr id="8" name="直線コネクタ 7">
            <a:extLst>
              <a:ext uri="{FF2B5EF4-FFF2-40B4-BE49-F238E27FC236}">
                <a16:creationId xmlns:a16="http://schemas.microsoft.com/office/drawing/2014/main" id="{EC7F659F-796B-42C0-592E-5B48632E3117}"/>
              </a:ext>
            </a:extLst>
          </p:cNvPr>
          <p:cNvCxnSpPr/>
          <p:nvPr userDrawn="1"/>
        </p:nvCxnSpPr>
        <p:spPr>
          <a:xfrm>
            <a:off x="0" y="781235"/>
            <a:ext cx="12192000" cy="0"/>
          </a:xfrm>
          <a:prstGeom prst="line">
            <a:avLst/>
          </a:prstGeom>
          <a:ln w="38100"/>
        </p:spPr>
        <p:style>
          <a:lnRef idx="2">
            <a:schemeClr val="accent4"/>
          </a:lnRef>
          <a:fillRef idx="0">
            <a:schemeClr val="accent4"/>
          </a:fillRef>
          <a:effectRef idx="1">
            <a:schemeClr val="accent4"/>
          </a:effectRef>
          <a:fontRef idx="minor">
            <a:schemeClr val="tx1"/>
          </a:fontRef>
        </p:style>
      </p:cxnSp>
      <p:sp>
        <p:nvSpPr>
          <p:cNvPr id="5" name="フッター プレースホルダー 4">
            <a:extLst>
              <a:ext uri="{FF2B5EF4-FFF2-40B4-BE49-F238E27FC236}">
                <a16:creationId xmlns:a16="http://schemas.microsoft.com/office/drawing/2014/main" id="{6579A9B8-DF4D-C3F1-B948-F5D89CF9BBD1}"/>
              </a:ext>
            </a:extLst>
          </p:cNvPr>
          <p:cNvSpPr>
            <a:spLocks noGrp="1"/>
          </p:cNvSpPr>
          <p:nvPr>
            <p:ph type="ftr" sz="quarter" idx="11"/>
          </p:nvPr>
        </p:nvSpPr>
        <p:spPr>
          <a:xfrm>
            <a:off x="2962924" y="6604986"/>
            <a:ext cx="6266152" cy="227459"/>
          </a:xfrm>
        </p:spPr>
        <p:txBody>
          <a:bodyPr/>
          <a:lstStyle>
            <a:lvl1pPr>
              <a:defRPr>
                <a:solidFill>
                  <a:schemeClr val="bg1"/>
                </a:solidFill>
                <a:latin typeface="メイリオ" panose="020B0604030504040204" pitchFamily="50" charset="-128"/>
                <a:ea typeface="メイリオ" panose="020B0604030504040204" pitchFamily="50" charset="-128"/>
              </a:defRPr>
            </a:lvl1pPr>
          </a:lstStyle>
          <a:p>
            <a:endParaRPr lang="ja-JP" altLang="en-US"/>
          </a:p>
        </p:txBody>
      </p:sp>
      <p:sp>
        <p:nvSpPr>
          <p:cNvPr id="9" name="日付プレースホルダー 4">
            <a:extLst>
              <a:ext uri="{FF2B5EF4-FFF2-40B4-BE49-F238E27FC236}">
                <a16:creationId xmlns:a16="http://schemas.microsoft.com/office/drawing/2014/main" id="{549DFD3E-B546-BF52-59ED-62CB1F66E00A}"/>
              </a:ext>
            </a:extLst>
          </p:cNvPr>
          <p:cNvSpPr>
            <a:spLocks noGrp="1"/>
          </p:cNvSpPr>
          <p:nvPr>
            <p:ph type="dt" sz="half" idx="10"/>
          </p:nvPr>
        </p:nvSpPr>
        <p:spPr>
          <a:xfrm>
            <a:off x="92476" y="6604985"/>
            <a:ext cx="2743200" cy="227459"/>
          </a:xfrm>
        </p:spPr>
        <p:txBody>
          <a:bodyPr/>
          <a:lstStyle>
            <a:lvl1pPr>
              <a:defRPr>
                <a:solidFill>
                  <a:schemeClr val="bg1"/>
                </a:solidFill>
                <a:latin typeface="メイリオ" panose="020B0604030504040204" pitchFamily="50" charset="-128"/>
                <a:ea typeface="メイリオ" panose="020B0604030504040204" pitchFamily="50" charset="-128"/>
              </a:defRPr>
            </a:lvl1pPr>
          </a:lstStyle>
          <a:p>
            <a:fld id="{DA683B38-00E3-45A0-BCDE-C4F527AD9593}" type="datetime1">
              <a:rPr lang="ja-JP" altLang="en-US" smtClean="0"/>
              <a:t>2026/7/2</a:t>
            </a:fld>
            <a:endParaRPr lang="ja-JP" altLang="en-US"/>
          </a:p>
        </p:txBody>
      </p:sp>
    </p:spTree>
    <p:extLst>
      <p:ext uri="{BB962C8B-B14F-4D97-AF65-F5344CB8AC3E}">
        <p14:creationId xmlns:p14="http://schemas.microsoft.com/office/powerpoint/2010/main" val="1222352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入力欄なし">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8C9D9CA1-BA6B-49F3-2208-7B5F54C72E1F}"/>
              </a:ext>
            </a:extLst>
          </p:cNvPr>
          <p:cNvSpPr/>
          <p:nvPr userDrawn="1"/>
        </p:nvSpPr>
        <p:spPr>
          <a:xfrm>
            <a:off x="0" y="6542691"/>
            <a:ext cx="12192000" cy="315309"/>
          </a:xfrm>
          <a:prstGeom prst="rect">
            <a:avLst/>
          </a:prstGeom>
          <a:solidFill>
            <a:srgbClr val="0F9ED5"/>
          </a:solidFill>
          <a:ln>
            <a:solidFill>
              <a:srgbClr val="0F9ED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B7643D91-BE50-20CA-41BD-E1505F374340}"/>
              </a:ext>
            </a:extLst>
          </p:cNvPr>
          <p:cNvSpPr>
            <a:spLocks noGrp="1"/>
          </p:cNvSpPr>
          <p:nvPr>
            <p:ph type="title"/>
          </p:nvPr>
        </p:nvSpPr>
        <p:spPr>
          <a:xfrm>
            <a:off x="92476" y="189794"/>
            <a:ext cx="11972276" cy="544512"/>
          </a:xfrm>
        </p:spPr>
        <p:txBody>
          <a:bodyPr/>
          <a:lstStyle>
            <a:lvl1pPr>
              <a:defRPr>
                <a:latin typeface="メイリオ" panose="020B0604030504040204" pitchFamily="50" charset="-128"/>
                <a:ea typeface="メイリオ" panose="020B0604030504040204" pitchFamily="50" charset="-128"/>
              </a:defRPr>
            </a:lvl1pPr>
          </a:lstStyle>
          <a:p>
            <a:r>
              <a:rPr kumimoji="1" lang="ja-JP" altLang="en-US"/>
              <a:t>マスター タイトルの書式設定</a:t>
            </a:r>
          </a:p>
        </p:txBody>
      </p:sp>
      <p:sp>
        <p:nvSpPr>
          <p:cNvPr id="6" name="スライド番号プレースホルダー 5">
            <a:extLst>
              <a:ext uri="{FF2B5EF4-FFF2-40B4-BE49-F238E27FC236}">
                <a16:creationId xmlns:a16="http://schemas.microsoft.com/office/drawing/2014/main" id="{571AE6B8-7142-F1E7-9071-C74A3691061C}"/>
              </a:ext>
            </a:extLst>
          </p:cNvPr>
          <p:cNvSpPr>
            <a:spLocks noGrp="1"/>
          </p:cNvSpPr>
          <p:nvPr>
            <p:ph type="sldNum" sz="quarter" idx="12"/>
          </p:nvPr>
        </p:nvSpPr>
        <p:spPr>
          <a:xfrm>
            <a:off x="9321552" y="6604986"/>
            <a:ext cx="2743200" cy="227459"/>
          </a:xfrm>
        </p:spPr>
        <p:txBody>
          <a:bodyPr/>
          <a:lstStyle>
            <a:lvl1pPr>
              <a:defRPr>
                <a:solidFill>
                  <a:schemeClr val="bg1"/>
                </a:solidFill>
                <a:latin typeface="メイリオ" panose="020B0604030504040204" pitchFamily="50" charset="-128"/>
                <a:ea typeface="メイリオ" panose="020B0604030504040204" pitchFamily="50" charset="-128"/>
              </a:defRPr>
            </a:lvl1pPr>
          </a:lstStyle>
          <a:p>
            <a:fld id="{F261CD73-6629-45BF-A740-47428418DA8B}" type="slidenum">
              <a:rPr lang="ja-JP" altLang="en-US" smtClean="0"/>
              <a:pPr/>
              <a:t>‹#›</a:t>
            </a:fld>
            <a:endParaRPr lang="ja-JP" altLang="en-US" dirty="0"/>
          </a:p>
        </p:txBody>
      </p:sp>
      <p:cxnSp>
        <p:nvCxnSpPr>
          <p:cNvPr id="8" name="直線コネクタ 7">
            <a:extLst>
              <a:ext uri="{FF2B5EF4-FFF2-40B4-BE49-F238E27FC236}">
                <a16:creationId xmlns:a16="http://schemas.microsoft.com/office/drawing/2014/main" id="{EC7F659F-796B-42C0-592E-5B48632E3117}"/>
              </a:ext>
            </a:extLst>
          </p:cNvPr>
          <p:cNvCxnSpPr/>
          <p:nvPr userDrawn="1"/>
        </p:nvCxnSpPr>
        <p:spPr>
          <a:xfrm>
            <a:off x="0" y="781235"/>
            <a:ext cx="12192000" cy="0"/>
          </a:xfrm>
          <a:prstGeom prst="line">
            <a:avLst/>
          </a:prstGeom>
          <a:ln w="38100"/>
        </p:spPr>
        <p:style>
          <a:lnRef idx="2">
            <a:schemeClr val="accent4"/>
          </a:lnRef>
          <a:fillRef idx="0">
            <a:schemeClr val="accent4"/>
          </a:fillRef>
          <a:effectRef idx="1">
            <a:schemeClr val="accent4"/>
          </a:effectRef>
          <a:fontRef idx="minor">
            <a:schemeClr val="tx1"/>
          </a:fontRef>
        </p:style>
      </p:cxnSp>
      <p:sp>
        <p:nvSpPr>
          <p:cNvPr id="4" name="日付プレースホルダー 4">
            <a:extLst>
              <a:ext uri="{FF2B5EF4-FFF2-40B4-BE49-F238E27FC236}">
                <a16:creationId xmlns:a16="http://schemas.microsoft.com/office/drawing/2014/main" id="{ADB01EAC-10EA-6F3F-1333-B00E115C5347}"/>
              </a:ext>
            </a:extLst>
          </p:cNvPr>
          <p:cNvSpPr>
            <a:spLocks noGrp="1"/>
          </p:cNvSpPr>
          <p:nvPr>
            <p:ph type="dt" sz="half" idx="10"/>
          </p:nvPr>
        </p:nvSpPr>
        <p:spPr>
          <a:xfrm>
            <a:off x="92476" y="6604985"/>
            <a:ext cx="2743200" cy="227459"/>
          </a:xfrm>
        </p:spPr>
        <p:txBody>
          <a:bodyPr/>
          <a:lstStyle>
            <a:lvl1pPr>
              <a:defRPr>
                <a:solidFill>
                  <a:schemeClr val="bg1"/>
                </a:solidFill>
                <a:latin typeface="メイリオ" panose="020B0604030504040204" pitchFamily="50" charset="-128"/>
                <a:ea typeface="メイリオ" panose="020B0604030504040204" pitchFamily="50" charset="-128"/>
              </a:defRPr>
            </a:lvl1pPr>
          </a:lstStyle>
          <a:p>
            <a:fld id="{1B6AE3B0-578C-47A4-8FAD-22B29820DD9C}" type="datetime1">
              <a:rPr lang="ja-JP" altLang="en-US" smtClean="0"/>
              <a:t>2026/7/2</a:t>
            </a:fld>
            <a:endParaRPr lang="ja-JP" altLang="en-US"/>
          </a:p>
        </p:txBody>
      </p:sp>
      <p:sp>
        <p:nvSpPr>
          <p:cNvPr id="5" name="フッター プレースホルダー 4">
            <a:extLst>
              <a:ext uri="{FF2B5EF4-FFF2-40B4-BE49-F238E27FC236}">
                <a16:creationId xmlns:a16="http://schemas.microsoft.com/office/drawing/2014/main" id="{2A4F5A47-C8DD-8114-864D-98599875A04C}"/>
              </a:ext>
            </a:extLst>
          </p:cNvPr>
          <p:cNvSpPr>
            <a:spLocks noGrp="1"/>
          </p:cNvSpPr>
          <p:nvPr>
            <p:ph type="ftr" sz="quarter" idx="11"/>
          </p:nvPr>
        </p:nvSpPr>
        <p:spPr>
          <a:xfrm>
            <a:off x="2962924" y="6604986"/>
            <a:ext cx="6266152" cy="227459"/>
          </a:xfrm>
        </p:spPr>
        <p:txBody>
          <a:bodyPr/>
          <a:lstStyle>
            <a:lvl1pPr>
              <a:defRPr>
                <a:solidFill>
                  <a:schemeClr val="bg1"/>
                </a:solidFill>
                <a:latin typeface="メイリオ" panose="020B0604030504040204" pitchFamily="50" charset="-128"/>
                <a:ea typeface="メイリオ" panose="020B0604030504040204" pitchFamily="50" charset="-128"/>
              </a:defRPr>
            </a:lvl1pPr>
          </a:lstStyle>
          <a:p>
            <a:endParaRPr lang="ja-JP" altLang="en-US"/>
          </a:p>
        </p:txBody>
      </p:sp>
    </p:spTree>
    <p:extLst>
      <p:ext uri="{BB962C8B-B14F-4D97-AF65-F5344CB8AC3E}">
        <p14:creationId xmlns:p14="http://schemas.microsoft.com/office/powerpoint/2010/main" val="14557424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07EEE6-AD08-D8A3-B3FE-46B62C48D99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9432E64-EC9B-9390-39FF-298B060EBF25}"/>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4F8329E-3DF2-2312-61AC-30D5517D781C}"/>
              </a:ext>
            </a:extLst>
          </p:cNvPr>
          <p:cNvSpPr>
            <a:spLocks noGrp="1"/>
          </p:cNvSpPr>
          <p:nvPr>
            <p:ph type="dt" sz="half" idx="10"/>
          </p:nvPr>
        </p:nvSpPr>
        <p:spPr/>
        <p:txBody>
          <a:bodyPr/>
          <a:lstStyle/>
          <a:p>
            <a:fld id="{1371DFFE-0549-448A-A3F2-82EC2235170D}" type="datetime1">
              <a:rPr kumimoji="1" lang="ja-JP" altLang="en-US" smtClean="0"/>
              <a:t>2026/7/2</a:t>
            </a:fld>
            <a:endParaRPr kumimoji="1" lang="ja-JP" altLang="en-US"/>
          </a:p>
        </p:txBody>
      </p:sp>
      <p:sp>
        <p:nvSpPr>
          <p:cNvPr id="5" name="フッター プレースホルダー 4">
            <a:extLst>
              <a:ext uri="{FF2B5EF4-FFF2-40B4-BE49-F238E27FC236}">
                <a16:creationId xmlns:a16="http://schemas.microsoft.com/office/drawing/2014/main" id="{7D2C9EC3-526F-064F-9CCB-86C94F41037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219134A-832E-490C-F3D7-4917BCF17A0B}"/>
              </a:ext>
            </a:extLst>
          </p:cNvPr>
          <p:cNvSpPr>
            <a:spLocks noGrp="1"/>
          </p:cNvSpPr>
          <p:nvPr>
            <p:ph type="sldNum" sz="quarter" idx="12"/>
          </p:nvPr>
        </p:nvSpPr>
        <p:spPr/>
        <p:txBody>
          <a:bodyPr/>
          <a:lstStyle/>
          <a:p>
            <a:fld id="{9A220C68-13AD-403E-854E-A4E799757CED}" type="slidenum">
              <a:rPr kumimoji="1" lang="ja-JP" altLang="en-US" smtClean="0"/>
              <a:t>‹#›</a:t>
            </a:fld>
            <a:endParaRPr kumimoji="1" lang="ja-JP" altLang="en-US"/>
          </a:p>
        </p:txBody>
      </p:sp>
    </p:spTree>
    <p:extLst>
      <p:ext uri="{BB962C8B-B14F-4D97-AF65-F5344CB8AC3E}">
        <p14:creationId xmlns:p14="http://schemas.microsoft.com/office/powerpoint/2010/main" val="3829329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A4AAE2D-CF39-6DEA-80AE-12EC20F55066}"/>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3B3A70D-3AD0-F585-97D6-A3AC3EC2BDC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D013AD92-6B82-ACBF-3ED6-5B440244A72D}"/>
              </a:ext>
            </a:extLst>
          </p:cNvPr>
          <p:cNvSpPr>
            <a:spLocks noGrp="1"/>
          </p:cNvSpPr>
          <p:nvPr>
            <p:ph type="dt" sz="half" idx="10"/>
          </p:nvPr>
        </p:nvSpPr>
        <p:spPr/>
        <p:txBody>
          <a:bodyPr/>
          <a:lstStyle/>
          <a:p>
            <a:fld id="{20F1FA03-2C70-4D23-BCC7-B8ED9DECD9C4}" type="datetime1">
              <a:rPr kumimoji="1" lang="ja-JP" altLang="en-US" smtClean="0"/>
              <a:t>2026/7/2</a:t>
            </a:fld>
            <a:endParaRPr kumimoji="1" lang="ja-JP" altLang="en-US"/>
          </a:p>
        </p:txBody>
      </p:sp>
      <p:sp>
        <p:nvSpPr>
          <p:cNvPr id="5" name="フッター プレースホルダー 4">
            <a:extLst>
              <a:ext uri="{FF2B5EF4-FFF2-40B4-BE49-F238E27FC236}">
                <a16:creationId xmlns:a16="http://schemas.microsoft.com/office/drawing/2014/main" id="{5F8859F7-DC0E-CC52-7413-7C10EC36FA9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DCF79BF-CB75-8E7A-F265-0744E2E61A3A}"/>
              </a:ext>
            </a:extLst>
          </p:cNvPr>
          <p:cNvSpPr>
            <a:spLocks noGrp="1"/>
          </p:cNvSpPr>
          <p:nvPr>
            <p:ph type="sldNum" sz="quarter" idx="12"/>
          </p:nvPr>
        </p:nvSpPr>
        <p:spPr/>
        <p:txBody>
          <a:bodyPr/>
          <a:lstStyle/>
          <a:p>
            <a:fld id="{9A220C68-13AD-403E-854E-A4E799757CED}" type="slidenum">
              <a:rPr kumimoji="1" lang="ja-JP" altLang="en-US" smtClean="0"/>
              <a:t>‹#›</a:t>
            </a:fld>
            <a:endParaRPr kumimoji="1" lang="ja-JP" altLang="en-US"/>
          </a:p>
        </p:txBody>
      </p:sp>
    </p:spTree>
    <p:extLst>
      <p:ext uri="{BB962C8B-B14F-4D97-AF65-F5344CB8AC3E}">
        <p14:creationId xmlns:p14="http://schemas.microsoft.com/office/powerpoint/2010/main" val="30091737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25B4C76-C2D5-E326-65B6-AFECB5CC2442}"/>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462E0ED0-B70F-E49D-AFE0-74C984FCA3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D528F065-63AC-B2E1-4945-94BA39B62BB9}"/>
              </a:ext>
            </a:extLst>
          </p:cNvPr>
          <p:cNvSpPr>
            <a:spLocks noGrp="1"/>
          </p:cNvSpPr>
          <p:nvPr>
            <p:ph type="dt" sz="half" idx="10"/>
          </p:nvPr>
        </p:nvSpPr>
        <p:spPr/>
        <p:txBody>
          <a:bodyPr/>
          <a:lstStyle/>
          <a:p>
            <a:fld id="{9A516E0A-8A1C-4341-B8ED-56F2E24E5610}" type="datetime1">
              <a:rPr kumimoji="1" lang="ja-JP" altLang="en-US" smtClean="0"/>
              <a:t>2026/7/2</a:t>
            </a:fld>
            <a:endParaRPr kumimoji="1" lang="ja-JP" altLang="en-US"/>
          </a:p>
        </p:txBody>
      </p:sp>
      <p:sp>
        <p:nvSpPr>
          <p:cNvPr id="5" name="フッター プレースホルダー 4">
            <a:extLst>
              <a:ext uri="{FF2B5EF4-FFF2-40B4-BE49-F238E27FC236}">
                <a16:creationId xmlns:a16="http://schemas.microsoft.com/office/drawing/2014/main" id="{44B835B1-344A-753D-ABDC-F38AB461EAB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4B0DF9C-B5A2-DA0B-9F51-64EAFC560FE0}"/>
              </a:ext>
            </a:extLst>
          </p:cNvPr>
          <p:cNvSpPr>
            <a:spLocks noGrp="1"/>
          </p:cNvSpPr>
          <p:nvPr>
            <p:ph type="sldNum" sz="quarter" idx="12"/>
          </p:nvPr>
        </p:nvSpPr>
        <p:spPr/>
        <p:txBody>
          <a:bodyPr/>
          <a:lstStyle/>
          <a:p>
            <a:fld id="{9A220C68-13AD-403E-854E-A4E799757CED}" type="slidenum">
              <a:rPr kumimoji="1" lang="ja-JP" altLang="en-US" smtClean="0"/>
              <a:t>‹#›</a:t>
            </a:fld>
            <a:endParaRPr kumimoji="1" lang="ja-JP" altLang="en-US"/>
          </a:p>
        </p:txBody>
      </p:sp>
    </p:spTree>
    <p:extLst>
      <p:ext uri="{BB962C8B-B14F-4D97-AF65-F5344CB8AC3E}">
        <p14:creationId xmlns:p14="http://schemas.microsoft.com/office/powerpoint/2010/main" val="38870409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06FC16C-7030-537C-D308-3AC496D8B046}"/>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E47D60E6-C99E-2C58-482E-99A21FFD8DFB}"/>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1FB17D0A-D3A5-CC98-4473-EFDD0D7B2C9B}"/>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793DB037-FC31-5EA5-E337-B75E589D9649}"/>
              </a:ext>
            </a:extLst>
          </p:cNvPr>
          <p:cNvSpPr>
            <a:spLocks noGrp="1"/>
          </p:cNvSpPr>
          <p:nvPr>
            <p:ph type="dt" sz="half" idx="10"/>
          </p:nvPr>
        </p:nvSpPr>
        <p:spPr/>
        <p:txBody>
          <a:bodyPr/>
          <a:lstStyle/>
          <a:p>
            <a:fld id="{B810D71D-ED87-4D2D-BA86-915133C22D0A}" type="datetime1">
              <a:rPr kumimoji="1" lang="ja-JP" altLang="en-US" smtClean="0"/>
              <a:t>2026/7/2</a:t>
            </a:fld>
            <a:endParaRPr kumimoji="1" lang="ja-JP" altLang="en-US"/>
          </a:p>
        </p:txBody>
      </p:sp>
      <p:sp>
        <p:nvSpPr>
          <p:cNvPr id="6" name="フッター プレースホルダー 5">
            <a:extLst>
              <a:ext uri="{FF2B5EF4-FFF2-40B4-BE49-F238E27FC236}">
                <a16:creationId xmlns:a16="http://schemas.microsoft.com/office/drawing/2014/main" id="{B50770A7-00E4-C82E-C02A-B04BCE63C9E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6150ADB-E037-9F01-5AD1-17036FFAA861}"/>
              </a:ext>
            </a:extLst>
          </p:cNvPr>
          <p:cNvSpPr>
            <a:spLocks noGrp="1"/>
          </p:cNvSpPr>
          <p:nvPr>
            <p:ph type="sldNum" sz="quarter" idx="12"/>
          </p:nvPr>
        </p:nvSpPr>
        <p:spPr/>
        <p:txBody>
          <a:bodyPr/>
          <a:lstStyle/>
          <a:p>
            <a:fld id="{9A220C68-13AD-403E-854E-A4E799757CED}" type="slidenum">
              <a:rPr kumimoji="1" lang="ja-JP" altLang="en-US" smtClean="0"/>
              <a:t>‹#›</a:t>
            </a:fld>
            <a:endParaRPr kumimoji="1" lang="ja-JP" altLang="en-US"/>
          </a:p>
        </p:txBody>
      </p:sp>
    </p:spTree>
    <p:extLst>
      <p:ext uri="{BB962C8B-B14F-4D97-AF65-F5344CB8AC3E}">
        <p14:creationId xmlns:p14="http://schemas.microsoft.com/office/powerpoint/2010/main" val="2201057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E1ACFCC-EDCC-8F54-7C39-53C1AA875CD3}"/>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0332B9D-914E-D5C5-1CE1-65C3FF572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26138485-377B-7B85-EBE7-B6D0E33A64B3}"/>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5166C30F-AAC1-16D3-8679-D54C2C399D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CA06DA12-B1E4-2204-28D2-F7B37896335E}"/>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C5AA55CE-1E52-7FF7-0A58-B4779AAA5211}"/>
              </a:ext>
            </a:extLst>
          </p:cNvPr>
          <p:cNvSpPr>
            <a:spLocks noGrp="1"/>
          </p:cNvSpPr>
          <p:nvPr>
            <p:ph type="dt" sz="half" idx="10"/>
          </p:nvPr>
        </p:nvSpPr>
        <p:spPr/>
        <p:txBody>
          <a:bodyPr/>
          <a:lstStyle/>
          <a:p>
            <a:fld id="{D46EB6D2-5CE3-4A29-9DDE-7B7E34288B21}" type="datetime1">
              <a:rPr kumimoji="1" lang="ja-JP" altLang="en-US" smtClean="0"/>
              <a:t>2026/7/2</a:t>
            </a:fld>
            <a:endParaRPr kumimoji="1" lang="ja-JP" altLang="en-US"/>
          </a:p>
        </p:txBody>
      </p:sp>
      <p:sp>
        <p:nvSpPr>
          <p:cNvPr id="8" name="フッター プレースホルダー 7">
            <a:extLst>
              <a:ext uri="{FF2B5EF4-FFF2-40B4-BE49-F238E27FC236}">
                <a16:creationId xmlns:a16="http://schemas.microsoft.com/office/drawing/2014/main" id="{8427C780-F700-4496-CB94-8459AB57879B}"/>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603A7DAA-CFA0-868C-BDB9-2F2A9DF21438}"/>
              </a:ext>
            </a:extLst>
          </p:cNvPr>
          <p:cNvSpPr>
            <a:spLocks noGrp="1"/>
          </p:cNvSpPr>
          <p:nvPr>
            <p:ph type="sldNum" sz="quarter" idx="12"/>
          </p:nvPr>
        </p:nvSpPr>
        <p:spPr/>
        <p:txBody>
          <a:bodyPr/>
          <a:lstStyle/>
          <a:p>
            <a:fld id="{9A220C68-13AD-403E-854E-A4E799757CED}" type="slidenum">
              <a:rPr kumimoji="1" lang="ja-JP" altLang="en-US" smtClean="0"/>
              <a:t>‹#›</a:t>
            </a:fld>
            <a:endParaRPr kumimoji="1" lang="ja-JP" altLang="en-US"/>
          </a:p>
        </p:txBody>
      </p:sp>
    </p:spTree>
    <p:extLst>
      <p:ext uri="{BB962C8B-B14F-4D97-AF65-F5344CB8AC3E}">
        <p14:creationId xmlns:p14="http://schemas.microsoft.com/office/powerpoint/2010/main" val="1033889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9B4A0AE-9FEC-5D6F-03EA-FC2B83B743DF}"/>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056FED8B-8776-8CD8-3C5C-B92AB88A42A7}"/>
              </a:ext>
            </a:extLst>
          </p:cNvPr>
          <p:cNvSpPr>
            <a:spLocks noGrp="1"/>
          </p:cNvSpPr>
          <p:nvPr>
            <p:ph type="dt" sz="half" idx="10"/>
          </p:nvPr>
        </p:nvSpPr>
        <p:spPr/>
        <p:txBody>
          <a:bodyPr/>
          <a:lstStyle/>
          <a:p>
            <a:fld id="{4400FA88-3474-4A1B-AB86-893B0E140F0C}" type="datetime1">
              <a:rPr kumimoji="1" lang="ja-JP" altLang="en-US" smtClean="0"/>
              <a:t>2026/7/2</a:t>
            </a:fld>
            <a:endParaRPr kumimoji="1" lang="ja-JP" altLang="en-US"/>
          </a:p>
        </p:txBody>
      </p:sp>
      <p:sp>
        <p:nvSpPr>
          <p:cNvPr id="4" name="フッター プレースホルダー 3">
            <a:extLst>
              <a:ext uri="{FF2B5EF4-FFF2-40B4-BE49-F238E27FC236}">
                <a16:creationId xmlns:a16="http://schemas.microsoft.com/office/drawing/2014/main" id="{D6CA2D12-3602-FA43-5F3D-649A526DB62F}"/>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AC5E8D07-D605-A500-AAF3-507CCB1A4508}"/>
              </a:ext>
            </a:extLst>
          </p:cNvPr>
          <p:cNvSpPr>
            <a:spLocks noGrp="1"/>
          </p:cNvSpPr>
          <p:nvPr>
            <p:ph type="sldNum" sz="quarter" idx="12"/>
          </p:nvPr>
        </p:nvSpPr>
        <p:spPr/>
        <p:txBody>
          <a:bodyPr/>
          <a:lstStyle/>
          <a:p>
            <a:fld id="{9A220C68-13AD-403E-854E-A4E799757CED}" type="slidenum">
              <a:rPr kumimoji="1" lang="ja-JP" altLang="en-US" smtClean="0"/>
              <a:t>‹#›</a:t>
            </a:fld>
            <a:endParaRPr kumimoji="1" lang="ja-JP" altLang="en-US"/>
          </a:p>
        </p:txBody>
      </p:sp>
    </p:spTree>
    <p:extLst>
      <p:ext uri="{BB962C8B-B14F-4D97-AF65-F5344CB8AC3E}">
        <p14:creationId xmlns:p14="http://schemas.microsoft.com/office/powerpoint/2010/main" val="18364224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FD34BAA6-1DEC-CE96-8A55-40D23A4488A9}"/>
              </a:ext>
            </a:extLst>
          </p:cNvPr>
          <p:cNvSpPr>
            <a:spLocks noGrp="1"/>
          </p:cNvSpPr>
          <p:nvPr>
            <p:ph type="dt" sz="half" idx="10"/>
          </p:nvPr>
        </p:nvSpPr>
        <p:spPr/>
        <p:txBody>
          <a:bodyPr/>
          <a:lstStyle/>
          <a:p>
            <a:fld id="{4E2CAD0D-C12C-4934-A9D7-E9B3B5B7E62B}" type="datetime1">
              <a:rPr kumimoji="1" lang="ja-JP" altLang="en-US" smtClean="0"/>
              <a:t>2026/7/2</a:t>
            </a:fld>
            <a:endParaRPr kumimoji="1" lang="ja-JP" altLang="en-US"/>
          </a:p>
        </p:txBody>
      </p:sp>
      <p:sp>
        <p:nvSpPr>
          <p:cNvPr id="3" name="フッター プレースホルダー 2">
            <a:extLst>
              <a:ext uri="{FF2B5EF4-FFF2-40B4-BE49-F238E27FC236}">
                <a16:creationId xmlns:a16="http://schemas.microsoft.com/office/drawing/2014/main" id="{3F5AFDEE-E285-80E2-3866-A5E66B3A0290}"/>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4CD3841-DA6A-1AB1-765E-F0480F689F9B}"/>
              </a:ext>
            </a:extLst>
          </p:cNvPr>
          <p:cNvSpPr>
            <a:spLocks noGrp="1"/>
          </p:cNvSpPr>
          <p:nvPr>
            <p:ph type="sldNum" sz="quarter" idx="12"/>
          </p:nvPr>
        </p:nvSpPr>
        <p:spPr/>
        <p:txBody>
          <a:bodyPr/>
          <a:lstStyle/>
          <a:p>
            <a:fld id="{9A220C68-13AD-403E-854E-A4E799757CED}" type="slidenum">
              <a:rPr kumimoji="1" lang="ja-JP" altLang="en-US" smtClean="0"/>
              <a:t>‹#›</a:t>
            </a:fld>
            <a:endParaRPr kumimoji="1" lang="ja-JP" altLang="en-US"/>
          </a:p>
        </p:txBody>
      </p:sp>
    </p:spTree>
    <p:extLst>
      <p:ext uri="{BB962C8B-B14F-4D97-AF65-F5344CB8AC3E}">
        <p14:creationId xmlns:p14="http://schemas.microsoft.com/office/powerpoint/2010/main" val="3404828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32F21C0-288E-A950-C36A-53F028BB39F3}"/>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0FDC9ED-591E-5297-C060-AA5C1C76BEC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5869894-4C4F-BF80-060A-5739B74CCF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F3BEB9F-B2DC-7EAB-92EC-351696170AC8}"/>
              </a:ext>
            </a:extLst>
          </p:cNvPr>
          <p:cNvSpPr>
            <a:spLocks noGrp="1"/>
          </p:cNvSpPr>
          <p:nvPr>
            <p:ph type="dt" sz="half" idx="10"/>
          </p:nvPr>
        </p:nvSpPr>
        <p:spPr/>
        <p:txBody>
          <a:bodyPr/>
          <a:lstStyle/>
          <a:p>
            <a:fld id="{18036578-38B6-4266-96CC-25538E204C7A}" type="datetime1">
              <a:rPr kumimoji="1" lang="ja-JP" altLang="en-US" smtClean="0"/>
              <a:t>2026/7/2</a:t>
            </a:fld>
            <a:endParaRPr kumimoji="1" lang="ja-JP" altLang="en-US"/>
          </a:p>
        </p:txBody>
      </p:sp>
      <p:sp>
        <p:nvSpPr>
          <p:cNvPr id="6" name="フッター プレースホルダー 5">
            <a:extLst>
              <a:ext uri="{FF2B5EF4-FFF2-40B4-BE49-F238E27FC236}">
                <a16:creationId xmlns:a16="http://schemas.microsoft.com/office/drawing/2014/main" id="{FA278ACB-8DD3-512F-3F4E-65FC1BED1DB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A4757CD-CA67-9396-B3ED-FD0AF1A05593}"/>
              </a:ext>
            </a:extLst>
          </p:cNvPr>
          <p:cNvSpPr>
            <a:spLocks noGrp="1"/>
          </p:cNvSpPr>
          <p:nvPr>
            <p:ph type="sldNum" sz="quarter" idx="12"/>
          </p:nvPr>
        </p:nvSpPr>
        <p:spPr/>
        <p:txBody>
          <a:bodyPr/>
          <a:lstStyle/>
          <a:p>
            <a:fld id="{9A220C68-13AD-403E-854E-A4E799757CED}" type="slidenum">
              <a:rPr kumimoji="1" lang="ja-JP" altLang="en-US" smtClean="0"/>
              <a:t>‹#›</a:t>
            </a:fld>
            <a:endParaRPr kumimoji="1" lang="ja-JP" altLang="en-US"/>
          </a:p>
        </p:txBody>
      </p:sp>
    </p:spTree>
    <p:extLst>
      <p:ext uri="{BB962C8B-B14F-4D97-AF65-F5344CB8AC3E}">
        <p14:creationId xmlns:p14="http://schemas.microsoft.com/office/powerpoint/2010/main" val="5539732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D3E08B7-B0F5-7255-ED75-EB6509715F03}"/>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EC7B019A-602C-51BA-E16E-7636E0419A2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174E5C4D-1504-084B-305D-03D4368A67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F215C74D-F7B9-1D99-BB56-2D7751BE2708}"/>
              </a:ext>
            </a:extLst>
          </p:cNvPr>
          <p:cNvSpPr>
            <a:spLocks noGrp="1"/>
          </p:cNvSpPr>
          <p:nvPr>
            <p:ph type="dt" sz="half" idx="10"/>
          </p:nvPr>
        </p:nvSpPr>
        <p:spPr/>
        <p:txBody>
          <a:bodyPr/>
          <a:lstStyle/>
          <a:p>
            <a:fld id="{4BE83AFB-8595-4CFD-B5DF-B659E2D451AD}" type="datetime1">
              <a:rPr kumimoji="1" lang="ja-JP" altLang="en-US" smtClean="0"/>
              <a:t>2026/7/2</a:t>
            </a:fld>
            <a:endParaRPr kumimoji="1" lang="ja-JP" altLang="en-US"/>
          </a:p>
        </p:txBody>
      </p:sp>
      <p:sp>
        <p:nvSpPr>
          <p:cNvPr id="6" name="フッター プレースホルダー 5">
            <a:extLst>
              <a:ext uri="{FF2B5EF4-FFF2-40B4-BE49-F238E27FC236}">
                <a16:creationId xmlns:a16="http://schemas.microsoft.com/office/drawing/2014/main" id="{EEE5D910-68AF-8D11-AECF-F8D0FE0B5FB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AEA42BF-ECE8-687C-7E6E-115E3F294DF4}"/>
              </a:ext>
            </a:extLst>
          </p:cNvPr>
          <p:cNvSpPr>
            <a:spLocks noGrp="1"/>
          </p:cNvSpPr>
          <p:nvPr>
            <p:ph type="sldNum" sz="quarter" idx="12"/>
          </p:nvPr>
        </p:nvSpPr>
        <p:spPr/>
        <p:txBody>
          <a:bodyPr/>
          <a:lstStyle/>
          <a:p>
            <a:fld id="{9A220C68-13AD-403E-854E-A4E799757CED}" type="slidenum">
              <a:rPr kumimoji="1" lang="ja-JP" altLang="en-US" smtClean="0"/>
              <a:t>‹#›</a:t>
            </a:fld>
            <a:endParaRPr kumimoji="1" lang="ja-JP" altLang="en-US"/>
          </a:p>
        </p:txBody>
      </p:sp>
    </p:spTree>
    <p:extLst>
      <p:ext uri="{BB962C8B-B14F-4D97-AF65-F5344CB8AC3E}">
        <p14:creationId xmlns:p14="http://schemas.microsoft.com/office/powerpoint/2010/main" val="24955737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9E34A34-CC89-AC1E-E937-D0A1D8BF5C2F}"/>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F8DD2EC-1EE5-7FCF-42B4-A7472DB91E39}"/>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7BCA181-8365-07EC-BAF0-A2E7EC9D3BE8}"/>
              </a:ext>
            </a:extLst>
          </p:cNvPr>
          <p:cNvSpPr>
            <a:spLocks noGrp="1"/>
          </p:cNvSpPr>
          <p:nvPr>
            <p:ph type="dt" sz="half" idx="10"/>
          </p:nvPr>
        </p:nvSpPr>
        <p:spPr/>
        <p:txBody>
          <a:bodyPr/>
          <a:lstStyle/>
          <a:p>
            <a:fld id="{C3E7950A-156A-4870-82C1-21FB28B18D7A}" type="datetime1">
              <a:rPr kumimoji="1" lang="ja-JP" altLang="en-US" smtClean="0"/>
              <a:t>2026/7/2</a:t>
            </a:fld>
            <a:endParaRPr kumimoji="1" lang="ja-JP" altLang="en-US"/>
          </a:p>
        </p:txBody>
      </p:sp>
      <p:sp>
        <p:nvSpPr>
          <p:cNvPr id="5" name="フッター プレースホルダー 4">
            <a:extLst>
              <a:ext uri="{FF2B5EF4-FFF2-40B4-BE49-F238E27FC236}">
                <a16:creationId xmlns:a16="http://schemas.microsoft.com/office/drawing/2014/main" id="{5927C319-F172-3446-36F6-AE15AEEC4A1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F1C7457-8081-8431-F964-6FA58D0B3FED}"/>
              </a:ext>
            </a:extLst>
          </p:cNvPr>
          <p:cNvSpPr>
            <a:spLocks noGrp="1"/>
          </p:cNvSpPr>
          <p:nvPr>
            <p:ph type="sldNum" sz="quarter" idx="12"/>
          </p:nvPr>
        </p:nvSpPr>
        <p:spPr/>
        <p:txBody>
          <a:bodyPr/>
          <a:lstStyle/>
          <a:p>
            <a:fld id="{9A220C68-13AD-403E-854E-A4E799757CED}" type="slidenum">
              <a:rPr kumimoji="1" lang="ja-JP" altLang="en-US" smtClean="0"/>
              <a:t>‹#›</a:t>
            </a:fld>
            <a:endParaRPr kumimoji="1" lang="ja-JP" altLang="en-US"/>
          </a:p>
        </p:txBody>
      </p:sp>
    </p:spTree>
    <p:extLst>
      <p:ext uri="{BB962C8B-B14F-4D97-AF65-F5344CB8AC3E}">
        <p14:creationId xmlns:p14="http://schemas.microsoft.com/office/powerpoint/2010/main" val="1589994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4AB8A122-671E-0C7A-7595-AAF68883D47C}"/>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A4CAC87F-EBD1-D5E7-F03E-F3B4DE2ED273}"/>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0803B3A-F364-0900-1DC2-9FEBB8480D26}"/>
              </a:ext>
            </a:extLst>
          </p:cNvPr>
          <p:cNvSpPr>
            <a:spLocks noGrp="1"/>
          </p:cNvSpPr>
          <p:nvPr>
            <p:ph type="dt" sz="half" idx="10"/>
          </p:nvPr>
        </p:nvSpPr>
        <p:spPr/>
        <p:txBody>
          <a:bodyPr/>
          <a:lstStyle/>
          <a:p>
            <a:fld id="{E4E9AE41-DF97-40B0-818B-2CFEB4426CAE}" type="datetime1">
              <a:rPr kumimoji="1" lang="ja-JP" altLang="en-US" smtClean="0"/>
              <a:t>2026/7/2</a:t>
            </a:fld>
            <a:endParaRPr kumimoji="1" lang="ja-JP" altLang="en-US"/>
          </a:p>
        </p:txBody>
      </p:sp>
      <p:sp>
        <p:nvSpPr>
          <p:cNvPr id="5" name="フッター プレースホルダー 4">
            <a:extLst>
              <a:ext uri="{FF2B5EF4-FFF2-40B4-BE49-F238E27FC236}">
                <a16:creationId xmlns:a16="http://schemas.microsoft.com/office/drawing/2014/main" id="{A1FEAC80-84DE-A039-AB71-DB64579931E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731E602-84B6-5786-3215-DA2F8BA2112F}"/>
              </a:ext>
            </a:extLst>
          </p:cNvPr>
          <p:cNvSpPr>
            <a:spLocks noGrp="1"/>
          </p:cNvSpPr>
          <p:nvPr>
            <p:ph type="sldNum" sz="quarter" idx="12"/>
          </p:nvPr>
        </p:nvSpPr>
        <p:spPr/>
        <p:txBody>
          <a:bodyPr/>
          <a:lstStyle/>
          <a:p>
            <a:fld id="{9A220C68-13AD-403E-854E-A4E799757CED}" type="slidenum">
              <a:rPr kumimoji="1" lang="ja-JP" altLang="en-US" smtClean="0"/>
              <a:t>‹#›</a:t>
            </a:fld>
            <a:endParaRPr kumimoji="1" lang="ja-JP" altLang="en-US"/>
          </a:p>
        </p:txBody>
      </p:sp>
    </p:spTree>
    <p:extLst>
      <p:ext uri="{BB962C8B-B14F-4D97-AF65-F5344CB8AC3E}">
        <p14:creationId xmlns:p14="http://schemas.microsoft.com/office/powerpoint/2010/main" val="3713854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BBC7CDF-6FE6-390A-C596-5D38AC3568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962869C-D36A-B745-1A88-ACF1A5F25D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F818AF8-F92B-071D-D524-51873416EB0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093E2CF-7777-4755-A3D5-A791644F8DE6}" type="datetime1">
              <a:rPr kumimoji="1" lang="ja-JP" altLang="en-US" smtClean="0"/>
              <a:t>2026/7/2</a:t>
            </a:fld>
            <a:endParaRPr kumimoji="1" lang="ja-JP" altLang="en-US"/>
          </a:p>
        </p:txBody>
      </p:sp>
      <p:sp>
        <p:nvSpPr>
          <p:cNvPr id="5" name="フッター プレースホルダー 4">
            <a:extLst>
              <a:ext uri="{FF2B5EF4-FFF2-40B4-BE49-F238E27FC236}">
                <a16:creationId xmlns:a16="http://schemas.microsoft.com/office/drawing/2014/main" id="{1396A924-3A60-3F8B-BF2C-98650428AB2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2C087742-1028-5FA1-8182-55985D7FFE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A220C68-13AD-403E-854E-A4E799757CED}" type="slidenum">
              <a:rPr kumimoji="1" lang="ja-JP" altLang="en-US" smtClean="0"/>
              <a:t>‹#›</a:t>
            </a:fld>
            <a:endParaRPr kumimoji="1" lang="ja-JP" altLang="en-US"/>
          </a:p>
        </p:txBody>
      </p:sp>
    </p:spTree>
    <p:extLst>
      <p:ext uri="{BB962C8B-B14F-4D97-AF65-F5344CB8AC3E}">
        <p14:creationId xmlns:p14="http://schemas.microsoft.com/office/powerpoint/2010/main" val="899874350"/>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50" r:id="rId4"/>
    <p:sldLayoutId id="2147483651" r:id="rId5"/>
    <p:sldLayoutId id="2147483649"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hdr="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6CDFB1B-6159-4FCA-2119-137BC7DF6630}"/>
              </a:ext>
            </a:extLst>
          </p:cNvPr>
          <p:cNvSpPr>
            <a:spLocks noGrp="1"/>
          </p:cNvSpPr>
          <p:nvPr>
            <p:ph type="title"/>
          </p:nvPr>
        </p:nvSpPr>
        <p:spPr/>
        <p:txBody>
          <a:bodyPr>
            <a:normAutofit fontScale="90000"/>
          </a:bodyPr>
          <a:lstStyle/>
          <a:p>
            <a:r>
              <a:rPr kumimoji="1" lang="ja-JP" altLang="en-US" dirty="0"/>
              <a:t>システムコール</a:t>
            </a:r>
          </a:p>
        </p:txBody>
      </p:sp>
      <p:sp>
        <p:nvSpPr>
          <p:cNvPr id="3" name="コンテンツ プレースホルダー 2">
            <a:extLst>
              <a:ext uri="{FF2B5EF4-FFF2-40B4-BE49-F238E27FC236}">
                <a16:creationId xmlns:a16="http://schemas.microsoft.com/office/drawing/2014/main" id="{D9C3D3B5-77DD-3988-E19F-00B6E06B775C}"/>
              </a:ext>
            </a:extLst>
          </p:cNvPr>
          <p:cNvSpPr>
            <a:spLocks noGrp="1"/>
          </p:cNvSpPr>
          <p:nvPr>
            <p:ph idx="1"/>
          </p:nvPr>
        </p:nvSpPr>
        <p:spPr>
          <a:xfrm>
            <a:off x="92475" y="881433"/>
            <a:ext cx="11972277" cy="2853988"/>
          </a:xfrm>
        </p:spPr>
        <p:txBody>
          <a:bodyPr>
            <a:normAutofit/>
          </a:bodyPr>
          <a:lstStyle/>
          <a:p>
            <a:r>
              <a:rPr kumimoji="1" lang="ja-JP" altLang="en-US" sz="2400" dirty="0"/>
              <a:t>システムコール：タスクから</a:t>
            </a:r>
            <a:r>
              <a:rPr kumimoji="1" lang="en-US" altLang="ja-JP" sz="2400" dirty="0"/>
              <a:t>RTOS</a:t>
            </a:r>
            <a:r>
              <a:rPr kumimoji="1" lang="ja-JP" altLang="en-US" sz="2400" dirty="0"/>
              <a:t>の機能を直接使うためのインターフェース</a:t>
            </a:r>
            <a:endParaRPr kumimoji="1" lang="en-US" altLang="ja-JP" sz="2400" dirty="0"/>
          </a:p>
          <a:p>
            <a:r>
              <a:rPr lang="en-US" altLang="ja-JP" sz="2400" dirty="0"/>
              <a:t>RTOS</a:t>
            </a:r>
            <a:r>
              <a:rPr lang="ja-JP" altLang="en-US" sz="2400" dirty="0"/>
              <a:t>のシステムコールにはタスクの制御，タスク間の同期，タスク間制御，排他制御，</a:t>
            </a:r>
            <a:r>
              <a:rPr lang="en-US" altLang="ja-JP" sz="2400" dirty="0"/>
              <a:t>I/O</a:t>
            </a:r>
            <a:r>
              <a:rPr lang="ja-JP" altLang="en-US" sz="2400" dirty="0"/>
              <a:t>の入出力，ネットワーク入出力，タイマ・時計処理などがある</a:t>
            </a:r>
            <a:endParaRPr lang="en-US" altLang="ja-JP" sz="2400" dirty="0"/>
          </a:p>
          <a:p>
            <a:r>
              <a:rPr kumimoji="1" lang="ja-JP" altLang="en-US" sz="2400" dirty="0"/>
              <a:t>システムコールが実行されている間は呼び出し元のタスクは，実質的な「待ち状態」となり，システムコールの終了まで実行されない</a:t>
            </a:r>
            <a:endParaRPr kumimoji="1" lang="en-US" altLang="ja-JP" sz="2400" dirty="0"/>
          </a:p>
          <a:p>
            <a:pPr>
              <a:buFont typeface="Wingdings" panose="05000000000000000000" pitchFamily="2" charset="2"/>
              <a:buChar char="Ø"/>
            </a:pPr>
            <a:r>
              <a:rPr lang="ja-JP" altLang="en-US" sz="2400" dirty="0"/>
              <a:t>システムコールによっては，実行に時間がかかるものがあるので，中断される時間が許容されるものになるように設計する必要がある．</a:t>
            </a:r>
            <a:endParaRPr kumimoji="1" lang="ja-JP" altLang="en-US" sz="2400" dirty="0"/>
          </a:p>
        </p:txBody>
      </p:sp>
      <p:sp>
        <p:nvSpPr>
          <p:cNvPr id="4" name="スライド番号プレースホルダー 3">
            <a:extLst>
              <a:ext uri="{FF2B5EF4-FFF2-40B4-BE49-F238E27FC236}">
                <a16:creationId xmlns:a16="http://schemas.microsoft.com/office/drawing/2014/main" id="{85DECC6F-9F7F-0241-1366-65BD1029A6A3}"/>
              </a:ext>
            </a:extLst>
          </p:cNvPr>
          <p:cNvSpPr>
            <a:spLocks noGrp="1"/>
          </p:cNvSpPr>
          <p:nvPr>
            <p:ph type="sldNum" sz="quarter" idx="12"/>
          </p:nvPr>
        </p:nvSpPr>
        <p:spPr/>
        <p:txBody>
          <a:bodyPr/>
          <a:lstStyle/>
          <a:p>
            <a:fld id="{F261CD73-6629-45BF-A740-47428418DA8B}" type="slidenum">
              <a:rPr lang="ja-JP" altLang="en-US" smtClean="0"/>
              <a:pPr/>
              <a:t>0</a:t>
            </a:fld>
            <a:endParaRPr lang="ja-JP" altLang="en-US"/>
          </a:p>
        </p:txBody>
      </p:sp>
      <p:sp>
        <p:nvSpPr>
          <p:cNvPr id="5" name="フッター プレースホルダー 4">
            <a:extLst>
              <a:ext uri="{FF2B5EF4-FFF2-40B4-BE49-F238E27FC236}">
                <a16:creationId xmlns:a16="http://schemas.microsoft.com/office/drawing/2014/main" id="{C791EA5C-1280-E9FD-3FC1-F9652A783B3E}"/>
              </a:ext>
            </a:extLst>
          </p:cNvPr>
          <p:cNvSpPr>
            <a:spLocks noGrp="1"/>
          </p:cNvSpPr>
          <p:nvPr>
            <p:ph type="ftr" sz="quarter" idx="11"/>
          </p:nvPr>
        </p:nvSpPr>
        <p:spPr/>
        <p:txBody>
          <a:bodyPr/>
          <a:lstStyle/>
          <a:p>
            <a:endParaRPr lang="ja-JP" altLang="en-US"/>
          </a:p>
        </p:txBody>
      </p:sp>
      <p:sp>
        <p:nvSpPr>
          <p:cNvPr id="6" name="日付プレースホルダー 5">
            <a:extLst>
              <a:ext uri="{FF2B5EF4-FFF2-40B4-BE49-F238E27FC236}">
                <a16:creationId xmlns:a16="http://schemas.microsoft.com/office/drawing/2014/main" id="{EA2A6606-A9D0-934B-8D2F-FE822A9E718D}"/>
              </a:ext>
            </a:extLst>
          </p:cNvPr>
          <p:cNvSpPr>
            <a:spLocks noGrp="1"/>
          </p:cNvSpPr>
          <p:nvPr>
            <p:ph type="dt" sz="half" idx="10"/>
          </p:nvPr>
        </p:nvSpPr>
        <p:spPr/>
        <p:txBody>
          <a:bodyPr/>
          <a:lstStyle/>
          <a:p>
            <a:fld id="{DA683B38-00E3-45A0-BCDE-C4F527AD9593}" type="datetime1">
              <a:rPr lang="ja-JP" altLang="en-US" smtClean="0"/>
              <a:t>2026/7/2</a:t>
            </a:fld>
            <a:endParaRPr lang="ja-JP" altLang="en-US"/>
          </a:p>
        </p:txBody>
      </p:sp>
      <p:sp>
        <p:nvSpPr>
          <p:cNvPr id="7" name="正方形/長方形 6">
            <a:extLst>
              <a:ext uri="{FF2B5EF4-FFF2-40B4-BE49-F238E27FC236}">
                <a16:creationId xmlns:a16="http://schemas.microsoft.com/office/drawing/2014/main" id="{9751CF4F-A932-5C63-000A-8EC3D7079A5C}"/>
              </a:ext>
            </a:extLst>
          </p:cNvPr>
          <p:cNvSpPr/>
          <p:nvPr/>
        </p:nvSpPr>
        <p:spPr>
          <a:xfrm>
            <a:off x="4061297" y="3735421"/>
            <a:ext cx="3030167" cy="564205"/>
          </a:xfrm>
          <a:prstGeom prst="rect">
            <a:avLst/>
          </a:prstGeom>
          <a:noFill/>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kumimoji="1" lang="ja-JP" altLang="en-US" dirty="0">
                <a:latin typeface="メイリオ" panose="020B0604030504040204" pitchFamily="50" charset="-128"/>
                <a:ea typeface="メイリオ" panose="020B0604030504040204" pitchFamily="50" charset="-128"/>
              </a:rPr>
              <a:t>タスク，プロセス</a:t>
            </a:r>
          </a:p>
        </p:txBody>
      </p:sp>
      <p:sp>
        <p:nvSpPr>
          <p:cNvPr id="9" name="正方形/長方形 8">
            <a:extLst>
              <a:ext uri="{FF2B5EF4-FFF2-40B4-BE49-F238E27FC236}">
                <a16:creationId xmlns:a16="http://schemas.microsoft.com/office/drawing/2014/main" id="{AE720060-B0D6-3805-4EDE-BAE07CE9EB5E}"/>
              </a:ext>
            </a:extLst>
          </p:cNvPr>
          <p:cNvSpPr/>
          <p:nvPr/>
        </p:nvSpPr>
        <p:spPr>
          <a:xfrm>
            <a:off x="4061297" y="4747049"/>
            <a:ext cx="1376465" cy="564205"/>
          </a:xfrm>
          <a:prstGeom prst="rect">
            <a:avLst/>
          </a:prstGeom>
          <a:noFill/>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kumimoji="1" lang="ja-JP" altLang="en-US" dirty="0">
                <a:latin typeface="メイリオ" panose="020B0604030504040204" pitchFamily="50" charset="-128"/>
                <a:ea typeface="メイリオ" panose="020B0604030504040204" pitchFamily="50" charset="-128"/>
              </a:rPr>
              <a:t>ライブラリ</a:t>
            </a:r>
          </a:p>
        </p:txBody>
      </p:sp>
      <p:sp>
        <p:nvSpPr>
          <p:cNvPr id="11" name="正方形/長方形 10">
            <a:extLst>
              <a:ext uri="{FF2B5EF4-FFF2-40B4-BE49-F238E27FC236}">
                <a16:creationId xmlns:a16="http://schemas.microsoft.com/office/drawing/2014/main" id="{6406B081-5BCB-63D7-5B69-8B5CEE101768}"/>
              </a:ext>
            </a:extLst>
          </p:cNvPr>
          <p:cNvSpPr/>
          <p:nvPr/>
        </p:nvSpPr>
        <p:spPr>
          <a:xfrm>
            <a:off x="5714999" y="5758678"/>
            <a:ext cx="1376465" cy="564205"/>
          </a:xfrm>
          <a:prstGeom prst="rect">
            <a:avLst/>
          </a:prstGeom>
          <a:noFill/>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kumimoji="1" lang="ja-JP" altLang="en-US" dirty="0">
                <a:latin typeface="メイリオ" panose="020B0604030504040204" pitchFamily="50" charset="-128"/>
                <a:ea typeface="メイリオ" panose="020B0604030504040204" pitchFamily="50" charset="-128"/>
              </a:rPr>
              <a:t>ライブラリ</a:t>
            </a:r>
          </a:p>
        </p:txBody>
      </p:sp>
      <p:cxnSp>
        <p:nvCxnSpPr>
          <p:cNvPr id="13" name="直線コネクタ 12">
            <a:extLst>
              <a:ext uri="{FF2B5EF4-FFF2-40B4-BE49-F238E27FC236}">
                <a16:creationId xmlns:a16="http://schemas.microsoft.com/office/drawing/2014/main" id="{22360906-B34D-6AB0-A703-9B02112979FB}"/>
              </a:ext>
            </a:extLst>
          </p:cNvPr>
          <p:cNvCxnSpPr>
            <a:stCxn id="9" idx="0"/>
          </p:cNvCxnSpPr>
          <p:nvPr/>
        </p:nvCxnSpPr>
        <p:spPr>
          <a:xfrm flipH="1" flipV="1">
            <a:off x="4749529" y="4299626"/>
            <a:ext cx="1" cy="447423"/>
          </a:xfrm>
          <a:prstGeom prst="line">
            <a:avLst/>
          </a:prstGeom>
          <a:ln w="38100"/>
        </p:spPr>
        <p:style>
          <a:lnRef idx="2">
            <a:schemeClr val="dk1"/>
          </a:lnRef>
          <a:fillRef idx="0">
            <a:schemeClr val="dk1"/>
          </a:fillRef>
          <a:effectRef idx="1">
            <a:schemeClr val="dk1"/>
          </a:effectRef>
          <a:fontRef idx="minor">
            <a:schemeClr val="tx1"/>
          </a:fontRef>
        </p:style>
      </p:cxnSp>
      <p:cxnSp>
        <p:nvCxnSpPr>
          <p:cNvPr id="14" name="直線コネクタ 13">
            <a:extLst>
              <a:ext uri="{FF2B5EF4-FFF2-40B4-BE49-F238E27FC236}">
                <a16:creationId xmlns:a16="http://schemas.microsoft.com/office/drawing/2014/main" id="{1A6C9341-BE76-9A63-E7DC-E1AB9EBB0ECA}"/>
              </a:ext>
            </a:extLst>
          </p:cNvPr>
          <p:cNvCxnSpPr>
            <a:cxnSpLocks/>
          </p:cNvCxnSpPr>
          <p:nvPr/>
        </p:nvCxnSpPr>
        <p:spPr>
          <a:xfrm flipV="1">
            <a:off x="6403231" y="4299626"/>
            <a:ext cx="0" cy="1459051"/>
          </a:xfrm>
          <a:prstGeom prst="line">
            <a:avLst/>
          </a:prstGeom>
          <a:ln w="38100"/>
        </p:spPr>
        <p:style>
          <a:lnRef idx="2">
            <a:schemeClr val="dk1"/>
          </a:lnRef>
          <a:fillRef idx="0">
            <a:schemeClr val="dk1"/>
          </a:fillRef>
          <a:effectRef idx="1">
            <a:schemeClr val="dk1"/>
          </a:effectRef>
          <a:fontRef idx="minor">
            <a:schemeClr val="tx1"/>
          </a:fontRef>
        </p:style>
      </p:cxnSp>
      <p:sp>
        <p:nvSpPr>
          <p:cNvPr id="16" name="吹き出し: 四角形 15">
            <a:extLst>
              <a:ext uri="{FF2B5EF4-FFF2-40B4-BE49-F238E27FC236}">
                <a16:creationId xmlns:a16="http://schemas.microsoft.com/office/drawing/2014/main" id="{9D7C83A2-1479-7950-2565-347FD2958B06}"/>
              </a:ext>
            </a:extLst>
          </p:cNvPr>
          <p:cNvSpPr/>
          <p:nvPr/>
        </p:nvSpPr>
        <p:spPr>
          <a:xfrm>
            <a:off x="2237365" y="4017523"/>
            <a:ext cx="1392270" cy="564205"/>
          </a:xfrm>
          <a:prstGeom prst="wedgeRectCallout">
            <a:avLst>
              <a:gd name="adj1" fmla="val 128164"/>
              <a:gd name="adj2" fmla="val 52156"/>
            </a:avLst>
          </a:prstGeom>
          <a:noFill/>
          <a:ln w="190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kumimoji="1" lang="ja-JP" altLang="en-US" sz="1600" dirty="0">
                <a:solidFill>
                  <a:schemeClr val="tx1"/>
                </a:solidFill>
                <a:latin typeface="メイリオ" panose="020B0604030504040204" pitchFamily="50" charset="-128"/>
                <a:ea typeface="メイリオ" panose="020B0604030504040204" pitchFamily="50" charset="-128"/>
              </a:rPr>
              <a:t>ライブラリ</a:t>
            </a:r>
            <a:endParaRPr kumimoji="1" lang="en-US" altLang="ja-JP" sz="1600" dirty="0">
              <a:solidFill>
                <a:schemeClr val="tx1"/>
              </a:solidFill>
              <a:latin typeface="メイリオ" panose="020B0604030504040204" pitchFamily="50" charset="-128"/>
              <a:ea typeface="メイリオ" panose="020B0604030504040204" pitchFamily="50" charset="-128"/>
            </a:endParaRPr>
          </a:p>
          <a:p>
            <a:pPr algn="ctr"/>
            <a:r>
              <a:rPr kumimoji="1" lang="ja-JP" altLang="en-US" sz="1600" dirty="0">
                <a:solidFill>
                  <a:schemeClr val="tx1"/>
                </a:solidFill>
                <a:latin typeface="メイリオ" panose="020B0604030504040204" pitchFamily="50" charset="-128"/>
                <a:ea typeface="メイリオ" panose="020B0604030504040204" pitchFamily="50" charset="-128"/>
              </a:rPr>
              <a:t>呼び出し</a:t>
            </a:r>
          </a:p>
        </p:txBody>
      </p:sp>
      <p:sp>
        <p:nvSpPr>
          <p:cNvPr id="18" name="吹き出し: 四角形 17">
            <a:extLst>
              <a:ext uri="{FF2B5EF4-FFF2-40B4-BE49-F238E27FC236}">
                <a16:creationId xmlns:a16="http://schemas.microsoft.com/office/drawing/2014/main" id="{51A7B9BB-FDE2-78D8-621F-94267C616232}"/>
              </a:ext>
            </a:extLst>
          </p:cNvPr>
          <p:cNvSpPr/>
          <p:nvPr/>
        </p:nvSpPr>
        <p:spPr>
          <a:xfrm>
            <a:off x="7487058" y="4931923"/>
            <a:ext cx="1627757" cy="379330"/>
          </a:xfrm>
          <a:prstGeom prst="wedgeRectCallout">
            <a:avLst>
              <a:gd name="adj1" fmla="val -117305"/>
              <a:gd name="adj2" fmla="val 96417"/>
            </a:avLst>
          </a:prstGeom>
          <a:noFill/>
          <a:ln w="190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kumimoji="1" lang="ja-JP" altLang="en-US" sz="1600" dirty="0">
                <a:solidFill>
                  <a:schemeClr val="tx1"/>
                </a:solidFill>
                <a:latin typeface="メイリオ" panose="020B0604030504040204" pitchFamily="50" charset="-128"/>
                <a:ea typeface="メイリオ" panose="020B0604030504040204" pitchFamily="50" charset="-128"/>
              </a:rPr>
              <a:t>システムコール</a:t>
            </a:r>
          </a:p>
        </p:txBody>
      </p:sp>
    </p:spTree>
    <p:extLst>
      <p:ext uri="{BB962C8B-B14F-4D97-AF65-F5344CB8AC3E}">
        <p14:creationId xmlns:p14="http://schemas.microsoft.com/office/powerpoint/2010/main" val="41300365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0E0D34E-0855-6BA0-2932-2CED4511D5A6}"/>
              </a:ext>
            </a:extLst>
          </p:cNvPr>
          <p:cNvSpPr>
            <a:spLocks noGrp="1"/>
          </p:cNvSpPr>
          <p:nvPr>
            <p:ph type="title"/>
          </p:nvPr>
        </p:nvSpPr>
        <p:spPr/>
        <p:txBody>
          <a:bodyPr>
            <a:normAutofit fontScale="90000"/>
          </a:bodyPr>
          <a:lstStyle/>
          <a:p>
            <a:r>
              <a:rPr kumimoji="1" lang="ja-JP" altLang="en-US" dirty="0"/>
              <a:t>メモリ管理</a:t>
            </a:r>
          </a:p>
        </p:txBody>
      </p:sp>
      <p:sp>
        <p:nvSpPr>
          <p:cNvPr id="3" name="コンテンツ プレースホルダー 2">
            <a:extLst>
              <a:ext uri="{FF2B5EF4-FFF2-40B4-BE49-F238E27FC236}">
                <a16:creationId xmlns:a16="http://schemas.microsoft.com/office/drawing/2014/main" id="{83CB46FA-F178-F425-C7C6-B1B61DB6AB06}"/>
              </a:ext>
            </a:extLst>
          </p:cNvPr>
          <p:cNvSpPr>
            <a:spLocks noGrp="1"/>
          </p:cNvSpPr>
          <p:nvPr>
            <p:ph idx="1"/>
          </p:nvPr>
        </p:nvSpPr>
        <p:spPr>
          <a:xfrm>
            <a:off x="92475" y="881432"/>
            <a:ext cx="12099525" cy="5623351"/>
          </a:xfrm>
        </p:spPr>
        <p:txBody>
          <a:bodyPr>
            <a:normAutofit/>
          </a:bodyPr>
          <a:lstStyle/>
          <a:p>
            <a:r>
              <a:rPr kumimoji="1" lang="ja-JP" altLang="en-US" dirty="0"/>
              <a:t>メモリ管理：メモリの空き管理，</a:t>
            </a:r>
            <a:r>
              <a:rPr kumimoji="1" lang="en-US" altLang="ja-JP" dirty="0"/>
              <a:t>CPU</a:t>
            </a:r>
            <a:r>
              <a:rPr kumimoji="1" lang="ja-JP" altLang="en-US" dirty="0"/>
              <a:t>が持つ</a:t>
            </a:r>
            <a:r>
              <a:rPr kumimoji="1" lang="en-US" altLang="ja-JP" dirty="0"/>
              <a:t>MMU</a:t>
            </a:r>
            <a:r>
              <a:rPr kumimoji="1" lang="ja-JP" altLang="en-US" dirty="0"/>
              <a:t>による管理</a:t>
            </a:r>
            <a:endParaRPr kumimoji="1" lang="en-US" altLang="ja-JP" dirty="0"/>
          </a:p>
          <a:p>
            <a:pPr marL="457200" indent="-457200">
              <a:buFont typeface="+mj-ea"/>
              <a:buAutoNum type="circleNumDbPlain"/>
            </a:pPr>
            <a:r>
              <a:rPr lang="ja-JP" altLang="en-US" dirty="0"/>
              <a:t>メモリの空き管理</a:t>
            </a:r>
            <a:endParaRPr lang="en-US" altLang="ja-JP" dirty="0"/>
          </a:p>
          <a:p>
            <a:r>
              <a:rPr lang="ja-JP" altLang="en-US" sz="2400" dirty="0"/>
              <a:t>メモリの空き管理はタスクの要求に応じて，メモリの確保・解法をするもの</a:t>
            </a:r>
            <a:endParaRPr lang="en-US" altLang="ja-JP" sz="2400" dirty="0"/>
          </a:p>
          <a:p>
            <a:pPr lvl="1"/>
            <a:r>
              <a:rPr lang="ja-JP" altLang="en-US" sz="2000" dirty="0"/>
              <a:t>タスクがメモリを要求する ⇒ 空き領域から確保してタスクに提供</a:t>
            </a:r>
            <a:endParaRPr lang="en-US" altLang="ja-JP" sz="2000" dirty="0"/>
          </a:p>
          <a:p>
            <a:pPr lvl="1"/>
            <a:r>
              <a:rPr lang="ja-JP" altLang="en-US" sz="2000" dirty="0"/>
              <a:t>タスクがメモリを解放する ⇒ 空き領域の情報を更新</a:t>
            </a:r>
            <a:endParaRPr lang="en-US" altLang="ja-JP" sz="2000" dirty="0"/>
          </a:p>
          <a:p>
            <a:r>
              <a:rPr lang="ja-JP" altLang="en-US" sz="2400" dirty="0"/>
              <a:t>複数回の確保・解法により使用中・空きのエリアが混在する⇒</a:t>
            </a:r>
            <a:r>
              <a:rPr lang="ja-JP" altLang="en-US" sz="2400" b="1" dirty="0"/>
              <a:t>フラグメンテーション</a:t>
            </a:r>
            <a:endParaRPr lang="en-US" altLang="ja-JP" b="1" dirty="0"/>
          </a:p>
          <a:p>
            <a:pPr lvl="1">
              <a:buFont typeface="Wingdings" panose="05000000000000000000" pitchFamily="2" charset="2"/>
              <a:buChar char="Ø"/>
            </a:pPr>
            <a:r>
              <a:rPr lang="ja-JP" altLang="en-US" sz="2000" dirty="0"/>
              <a:t>連続した空き領域が確保できず，要求に応えられない場合が発生する</a:t>
            </a:r>
            <a:endParaRPr lang="en-US" altLang="ja-JP" sz="2000" dirty="0"/>
          </a:p>
        </p:txBody>
      </p:sp>
      <p:sp>
        <p:nvSpPr>
          <p:cNvPr id="4" name="スライド番号プレースホルダー 3">
            <a:extLst>
              <a:ext uri="{FF2B5EF4-FFF2-40B4-BE49-F238E27FC236}">
                <a16:creationId xmlns:a16="http://schemas.microsoft.com/office/drawing/2014/main" id="{821066B3-1434-8E78-8E6F-DC409D4EE009}"/>
              </a:ext>
            </a:extLst>
          </p:cNvPr>
          <p:cNvSpPr>
            <a:spLocks noGrp="1"/>
          </p:cNvSpPr>
          <p:nvPr>
            <p:ph type="sldNum" sz="quarter" idx="12"/>
          </p:nvPr>
        </p:nvSpPr>
        <p:spPr/>
        <p:txBody>
          <a:bodyPr/>
          <a:lstStyle/>
          <a:p>
            <a:fld id="{F261CD73-6629-45BF-A740-47428418DA8B}" type="slidenum">
              <a:rPr lang="ja-JP" altLang="en-US" smtClean="0"/>
              <a:pPr/>
              <a:t>1</a:t>
            </a:fld>
            <a:endParaRPr lang="ja-JP" altLang="en-US"/>
          </a:p>
        </p:txBody>
      </p:sp>
      <p:sp>
        <p:nvSpPr>
          <p:cNvPr id="5" name="フッター プレースホルダー 4">
            <a:extLst>
              <a:ext uri="{FF2B5EF4-FFF2-40B4-BE49-F238E27FC236}">
                <a16:creationId xmlns:a16="http://schemas.microsoft.com/office/drawing/2014/main" id="{24EC4D76-275A-6055-9B96-44BF740E0A3A}"/>
              </a:ext>
            </a:extLst>
          </p:cNvPr>
          <p:cNvSpPr>
            <a:spLocks noGrp="1"/>
          </p:cNvSpPr>
          <p:nvPr>
            <p:ph type="ftr" sz="quarter" idx="11"/>
          </p:nvPr>
        </p:nvSpPr>
        <p:spPr/>
        <p:txBody>
          <a:bodyPr/>
          <a:lstStyle/>
          <a:p>
            <a:endParaRPr lang="ja-JP" altLang="en-US"/>
          </a:p>
        </p:txBody>
      </p:sp>
      <p:sp>
        <p:nvSpPr>
          <p:cNvPr id="6" name="日付プレースホルダー 5">
            <a:extLst>
              <a:ext uri="{FF2B5EF4-FFF2-40B4-BE49-F238E27FC236}">
                <a16:creationId xmlns:a16="http://schemas.microsoft.com/office/drawing/2014/main" id="{3DE5C15F-0889-F578-6952-4B3C2662C645}"/>
              </a:ext>
            </a:extLst>
          </p:cNvPr>
          <p:cNvSpPr>
            <a:spLocks noGrp="1"/>
          </p:cNvSpPr>
          <p:nvPr>
            <p:ph type="dt" sz="half" idx="10"/>
          </p:nvPr>
        </p:nvSpPr>
        <p:spPr/>
        <p:txBody>
          <a:bodyPr/>
          <a:lstStyle/>
          <a:p>
            <a:fld id="{DA683B38-00E3-45A0-BCDE-C4F527AD9593}" type="datetime1">
              <a:rPr lang="ja-JP" altLang="en-US" smtClean="0"/>
              <a:t>2026/7/2</a:t>
            </a:fld>
            <a:endParaRPr lang="ja-JP" altLang="en-US"/>
          </a:p>
        </p:txBody>
      </p:sp>
      <p:sp>
        <p:nvSpPr>
          <p:cNvPr id="7" name="正方形/長方形 6">
            <a:extLst>
              <a:ext uri="{FF2B5EF4-FFF2-40B4-BE49-F238E27FC236}">
                <a16:creationId xmlns:a16="http://schemas.microsoft.com/office/drawing/2014/main" id="{9C063FDE-DFE6-C673-F3EB-08A82CF3801A}"/>
              </a:ext>
            </a:extLst>
          </p:cNvPr>
          <p:cNvSpPr/>
          <p:nvPr/>
        </p:nvSpPr>
        <p:spPr>
          <a:xfrm>
            <a:off x="1913276" y="3873771"/>
            <a:ext cx="2266544" cy="28210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600" dirty="0">
                <a:latin typeface="メイリオ" panose="020B0604030504040204" pitchFamily="50" charset="-128"/>
                <a:ea typeface="メイリオ" panose="020B0604030504040204" pitchFamily="50" charset="-128"/>
              </a:rPr>
              <a:t>使用中</a:t>
            </a:r>
            <a:endParaRPr kumimoji="1" lang="ja-JP" altLang="en-US" sz="1600" dirty="0">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7AAA866D-C1E1-4977-9738-E5D216B70729}"/>
              </a:ext>
            </a:extLst>
          </p:cNvPr>
          <p:cNvSpPr/>
          <p:nvPr/>
        </p:nvSpPr>
        <p:spPr>
          <a:xfrm>
            <a:off x="1913276" y="4444459"/>
            <a:ext cx="2266544" cy="5966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600" dirty="0">
                <a:latin typeface="メイリオ" panose="020B0604030504040204" pitchFamily="50" charset="-128"/>
                <a:ea typeface="メイリオ" panose="020B0604030504040204" pitchFamily="50" charset="-128"/>
              </a:rPr>
              <a:t>使用中</a:t>
            </a:r>
            <a:endParaRPr kumimoji="1" lang="ja-JP" altLang="en-US" sz="1600" dirty="0">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2E2F5F0D-78C7-0A7B-A007-0C160CB5EE5D}"/>
              </a:ext>
            </a:extLst>
          </p:cNvPr>
          <p:cNvSpPr/>
          <p:nvPr/>
        </p:nvSpPr>
        <p:spPr>
          <a:xfrm>
            <a:off x="1913276" y="5516233"/>
            <a:ext cx="2266544" cy="1960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600" dirty="0">
                <a:latin typeface="メイリオ" panose="020B0604030504040204" pitchFamily="50" charset="-128"/>
                <a:ea typeface="メイリオ" panose="020B0604030504040204" pitchFamily="50" charset="-128"/>
              </a:rPr>
              <a:t>使用中</a:t>
            </a:r>
            <a:endParaRPr kumimoji="1" lang="ja-JP" altLang="en-US" sz="1600" dirty="0">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524DE1DD-AD88-F2A5-B529-0004C4F254E6}"/>
              </a:ext>
            </a:extLst>
          </p:cNvPr>
          <p:cNvSpPr/>
          <p:nvPr/>
        </p:nvSpPr>
        <p:spPr>
          <a:xfrm>
            <a:off x="1913276" y="5946189"/>
            <a:ext cx="2266544" cy="38230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600" dirty="0">
                <a:latin typeface="メイリオ" panose="020B0604030504040204" pitchFamily="50" charset="-128"/>
                <a:ea typeface="メイリオ" panose="020B0604030504040204" pitchFamily="50" charset="-128"/>
              </a:rPr>
              <a:t>使用中</a:t>
            </a:r>
            <a:endParaRPr kumimoji="1" lang="ja-JP" altLang="en-US" sz="1600" dirty="0">
              <a:latin typeface="メイリオ" panose="020B0604030504040204" pitchFamily="50" charset="-128"/>
              <a:ea typeface="メイリオ" panose="020B0604030504040204" pitchFamily="50" charset="-128"/>
            </a:endParaRPr>
          </a:p>
        </p:txBody>
      </p:sp>
      <p:sp>
        <p:nvSpPr>
          <p:cNvPr id="15" name="正方形/長方形 14">
            <a:extLst>
              <a:ext uri="{FF2B5EF4-FFF2-40B4-BE49-F238E27FC236}">
                <a16:creationId xmlns:a16="http://schemas.microsoft.com/office/drawing/2014/main" id="{1A357680-2A69-D67F-651C-5721C02DC78E}"/>
              </a:ext>
            </a:extLst>
          </p:cNvPr>
          <p:cNvSpPr/>
          <p:nvPr/>
        </p:nvSpPr>
        <p:spPr>
          <a:xfrm>
            <a:off x="1913276" y="4155873"/>
            <a:ext cx="2266544" cy="288586"/>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ja-JP" altLang="en-US" sz="1600" dirty="0">
                <a:latin typeface="メイリオ" panose="020B0604030504040204" pitchFamily="50" charset="-128"/>
                <a:ea typeface="メイリオ" panose="020B0604030504040204" pitchFamily="50" charset="-128"/>
              </a:rPr>
              <a:t>４</a:t>
            </a:r>
            <a:r>
              <a:rPr lang="en-US" altLang="ja-JP" sz="1600" dirty="0">
                <a:latin typeface="メイリオ" panose="020B0604030504040204" pitchFamily="50" charset="-128"/>
                <a:ea typeface="メイリオ" panose="020B0604030504040204" pitchFamily="50" charset="-128"/>
              </a:rPr>
              <a:t>KB</a:t>
            </a:r>
            <a:r>
              <a:rPr lang="ja-JP" altLang="en-US" sz="1600" dirty="0">
                <a:latin typeface="メイリオ" panose="020B0604030504040204" pitchFamily="50" charset="-128"/>
                <a:ea typeface="メイリオ" panose="020B0604030504040204" pitchFamily="50" charset="-128"/>
              </a:rPr>
              <a:t>の空き</a:t>
            </a:r>
            <a:endParaRPr kumimoji="1" lang="ja-JP" altLang="en-US" sz="1600" dirty="0">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6219AE9F-234D-ABBC-6DF1-A4196C874CAA}"/>
              </a:ext>
            </a:extLst>
          </p:cNvPr>
          <p:cNvSpPr/>
          <p:nvPr/>
        </p:nvSpPr>
        <p:spPr>
          <a:xfrm>
            <a:off x="1913276" y="5041087"/>
            <a:ext cx="2266544" cy="475145"/>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ja-JP" sz="1600" dirty="0">
                <a:latin typeface="メイリオ" panose="020B0604030504040204" pitchFamily="50" charset="-128"/>
                <a:ea typeface="メイリオ" panose="020B0604030504040204" pitchFamily="50" charset="-128"/>
              </a:rPr>
              <a:t>6KB</a:t>
            </a:r>
            <a:r>
              <a:rPr lang="ja-JP" altLang="en-US" sz="1600" dirty="0">
                <a:latin typeface="メイリオ" panose="020B0604030504040204" pitchFamily="50" charset="-128"/>
                <a:ea typeface="メイリオ" panose="020B0604030504040204" pitchFamily="50" charset="-128"/>
              </a:rPr>
              <a:t>の空き</a:t>
            </a:r>
            <a:endParaRPr kumimoji="1" lang="ja-JP" altLang="en-US" sz="1600" dirty="0">
              <a:latin typeface="メイリオ" panose="020B0604030504040204" pitchFamily="50" charset="-128"/>
              <a:ea typeface="メイリオ" panose="020B0604030504040204" pitchFamily="50" charset="-128"/>
            </a:endParaRPr>
          </a:p>
        </p:txBody>
      </p:sp>
      <p:sp>
        <p:nvSpPr>
          <p:cNvPr id="19" name="正方形/長方形 18">
            <a:extLst>
              <a:ext uri="{FF2B5EF4-FFF2-40B4-BE49-F238E27FC236}">
                <a16:creationId xmlns:a16="http://schemas.microsoft.com/office/drawing/2014/main" id="{35394050-18FD-35FF-E7B6-2137F3B9CDFE}"/>
              </a:ext>
            </a:extLst>
          </p:cNvPr>
          <p:cNvSpPr/>
          <p:nvPr/>
        </p:nvSpPr>
        <p:spPr>
          <a:xfrm>
            <a:off x="1913276" y="5715131"/>
            <a:ext cx="2266544" cy="231058"/>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ja-JP" sz="1600" dirty="0">
                <a:latin typeface="メイリオ" panose="020B0604030504040204" pitchFamily="50" charset="-128"/>
                <a:ea typeface="メイリオ" panose="020B0604030504040204" pitchFamily="50" charset="-128"/>
              </a:rPr>
              <a:t>2KB</a:t>
            </a:r>
            <a:r>
              <a:rPr lang="ja-JP" altLang="en-US" sz="1600" dirty="0">
                <a:latin typeface="メイリオ" panose="020B0604030504040204" pitchFamily="50" charset="-128"/>
                <a:ea typeface="メイリオ" panose="020B0604030504040204" pitchFamily="50" charset="-128"/>
              </a:rPr>
              <a:t>の空き</a:t>
            </a:r>
            <a:endParaRPr kumimoji="1" lang="ja-JP" altLang="en-US" sz="1600" dirty="0">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5FBDBC99-A5D5-909D-391B-7B337099F353}"/>
              </a:ext>
            </a:extLst>
          </p:cNvPr>
          <p:cNvSpPr txBox="1"/>
          <p:nvPr/>
        </p:nvSpPr>
        <p:spPr>
          <a:xfrm>
            <a:off x="4889699" y="4115500"/>
            <a:ext cx="2505075" cy="369332"/>
          </a:xfrm>
          <a:prstGeom prst="rect">
            <a:avLst/>
          </a:prstGeom>
          <a:noFill/>
        </p:spPr>
        <p:txBody>
          <a:bodyPr wrap="square" rtlCol="0">
            <a:spAutoFit/>
          </a:bodyPr>
          <a:lstStyle/>
          <a:p>
            <a:pPr algn="l"/>
            <a:r>
              <a:rPr kumimoji="1" lang="ja-JP" altLang="en-US" b="1" dirty="0">
                <a:latin typeface="メイリオ" panose="020B0604030504040204" pitchFamily="50" charset="-128"/>
                <a:ea typeface="メイリオ" panose="020B0604030504040204" pitchFamily="50" charset="-128"/>
              </a:rPr>
              <a:t>フラグメンテーション</a:t>
            </a:r>
          </a:p>
        </p:txBody>
      </p:sp>
      <p:cxnSp>
        <p:nvCxnSpPr>
          <p:cNvPr id="22" name="直線矢印コネクタ 21">
            <a:extLst>
              <a:ext uri="{FF2B5EF4-FFF2-40B4-BE49-F238E27FC236}">
                <a16:creationId xmlns:a16="http://schemas.microsoft.com/office/drawing/2014/main" id="{00F83BBC-E8F4-BAB8-4F91-1049510C5688}"/>
              </a:ext>
            </a:extLst>
          </p:cNvPr>
          <p:cNvCxnSpPr>
            <a:stCxn id="20" idx="1"/>
            <a:endCxn id="15" idx="3"/>
          </p:cNvCxnSpPr>
          <p:nvPr/>
        </p:nvCxnSpPr>
        <p:spPr>
          <a:xfrm flipH="1">
            <a:off x="4179820" y="4300166"/>
            <a:ext cx="709879" cy="0"/>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cxnSp>
        <p:nvCxnSpPr>
          <p:cNvPr id="23" name="直線矢印コネクタ 22">
            <a:extLst>
              <a:ext uri="{FF2B5EF4-FFF2-40B4-BE49-F238E27FC236}">
                <a16:creationId xmlns:a16="http://schemas.microsoft.com/office/drawing/2014/main" id="{2B10E01F-20EB-208D-7934-267A61F163F6}"/>
              </a:ext>
            </a:extLst>
          </p:cNvPr>
          <p:cNvCxnSpPr>
            <a:cxnSpLocks/>
            <a:stCxn id="20" idx="1"/>
            <a:endCxn id="17" idx="3"/>
          </p:cNvCxnSpPr>
          <p:nvPr/>
        </p:nvCxnSpPr>
        <p:spPr>
          <a:xfrm flipH="1">
            <a:off x="4179820" y="4300166"/>
            <a:ext cx="709879" cy="978494"/>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cxnSp>
        <p:nvCxnSpPr>
          <p:cNvPr id="26" name="直線矢印コネクタ 25">
            <a:extLst>
              <a:ext uri="{FF2B5EF4-FFF2-40B4-BE49-F238E27FC236}">
                <a16:creationId xmlns:a16="http://schemas.microsoft.com/office/drawing/2014/main" id="{4B7072F2-34C3-392A-1201-C6A228E66759}"/>
              </a:ext>
            </a:extLst>
          </p:cNvPr>
          <p:cNvCxnSpPr>
            <a:cxnSpLocks/>
            <a:stCxn id="20" idx="1"/>
            <a:endCxn id="19" idx="3"/>
          </p:cNvCxnSpPr>
          <p:nvPr/>
        </p:nvCxnSpPr>
        <p:spPr>
          <a:xfrm flipH="1">
            <a:off x="4179820" y="4300166"/>
            <a:ext cx="709879" cy="1530494"/>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sp>
        <p:nvSpPr>
          <p:cNvPr id="30" name="テキスト ボックス 29">
            <a:extLst>
              <a:ext uri="{FF2B5EF4-FFF2-40B4-BE49-F238E27FC236}">
                <a16:creationId xmlns:a16="http://schemas.microsoft.com/office/drawing/2014/main" id="{B471969D-38C7-A941-8985-CD9158539D17}"/>
              </a:ext>
            </a:extLst>
          </p:cNvPr>
          <p:cNvSpPr txBox="1"/>
          <p:nvPr/>
        </p:nvSpPr>
        <p:spPr>
          <a:xfrm>
            <a:off x="5061149" y="4444459"/>
            <a:ext cx="4016176" cy="861774"/>
          </a:xfrm>
          <a:prstGeom prst="rect">
            <a:avLst/>
          </a:prstGeom>
          <a:noFill/>
        </p:spPr>
        <p:txBody>
          <a:bodyPr wrap="square" rtlCol="0">
            <a:spAutoFit/>
          </a:bodyPr>
          <a:lstStyle/>
          <a:p>
            <a:pPr algn="l"/>
            <a:r>
              <a:rPr kumimoji="1" lang="en-US" altLang="ja-JP" sz="1600" dirty="0">
                <a:latin typeface="メイリオ" panose="020B0604030504040204" pitchFamily="50" charset="-128"/>
                <a:ea typeface="メイリオ" panose="020B0604030504040204" pitchFamily="50" charset="-128"/>
              </a:rPr>
              <a:t>10KB</a:t>
            </a:r>
            <a:r>
              <a:rPr kumimoji="1" lang="ja-JP" altLang="en-US" sz="1600" dirty="0">
                <a:latin typeface="メイリオ" panose="020B0604030504040204" pitchFamily="50" charset="-128"/>
                <a:ea typeface="メイリオ" panose="020B0604030504040204" pitchFamily="50" charset="-128"/>
              </a:rPr>
              <a:t>の確保要求があっても，</a:t>
            </a:r>
            <a:endParaRPr kumimoji="1" lang="en-US" altLang="ja-JP" sz="1600" dirty="0">
              <a:latin typeface="メイリオ" panose="020B0604030504040204" pitchFamily="50" charset="-128"/>
              <a:ea typeface="メイリオ" panose="020B0604030504040204" pitchFamily="50" charset="-128"/>
            </a:endParaRPr>
          </a:p>
          <a:p>
            <a:pPr algn="l"/>
            <a:r>
              <a:rPr kumimoji="1" lang="ja-JP" altLang="en-US" sz="1600" dirty="0">
                <a:latin typeface="メイリオ" panose="020B0604030504040204" pitchFamily="50" charset="-128"/>
                <a:ea typeface="メイリオ" panose="020B0604030504040204" pitchFamily="50" charset="-128"/>
              </a:rPr>
              <a:t>フラグメンテーションが発生していると，</a:t>
            </a:r>
            <a:endParaRPr kumimoji="1" lang="en-US" altLang="ja-JP" sz="1600" dirty="0">
              <a:latin typeface="メイリオ" panose="020B0604030504040204" pitchFamily="50" charset="-128"/>
              <a:ea typeface="メイリオ" panose="020B0604030504040204" pitchFamily="50" charset="-128"/>
            </a:endParaRPr>
          </a:p>
          <a:p>
            <a:pPr algn="l"/>
            <a:r>
              <a:rPr kumimoji="1" lang="ja-JP" altLang="en-US" sz="1600" dirty="0">
                <a:latin typeface="メイリオ" panose="020B0604030504040204" pitchFamily="50" charset="-128"/>
                <a:ea typeface="メイリオ" panose="020B0604030504040204" pitchFamily="50" charset="-128"/>
              </a:rPr>
              <a:t>要求を満たせないことがある</a:t>
            </a:r>
          </a:p>
        </p:txBody>
      </p:sp>
    </p:spTree>
    <p:extLst>
      <p:ext uri="{BB962C8B-B14F-4D97-AF65-F5344CB8AC3E}">
        <p14:creationId xmlns:p14="http://schemas.microsoft.com/office/powerpoint/2010/main" val="5616644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8889FBD-0925-3586-DDAC-7684785343E9}"/>
              </a:ext>
            </a:extLst>
          </p:cNvPr>
          <p:cNvSpPr>
            <a:spLocks noGrp="1"/>
          </p:cNvSpPr>
          <p:nvPr>
            <p:ph type="title"/>
          </p:nvPr>
        </p:nvSpPr>
        <p:spPr/>
        <p:txBody>
          <a:bodyPr>
            <a:normAutofit fontScale="90000"/>
          </a:bodyPr>
          <a:lstStyle/>
          <a:p>
            <a:r>
              <a:rPr kumimoji="1" lang="ja-JP" altLang="en-US" dirty="0"/>
              <a:t>メモリ管理</a:t>
            </a:r>
          </a:p>
        </p:txBody>
      </p:sp>
      <p:sp>
        <p:nvSpPr>
          <p:cNvPr id="3" name="コンテンツ プレースホルダー 2">
            <a:extLst>
              <a:ext uri="{FF2B5EF4-FFF2-40B4-BE49-F238E27FC236}">
                <a16:creationId xmlns:a16="http://schemas.microsoft.com/office/drawing/2014/main" id="{738EC6BD-8297-429C-5503-7993D047E7CA}"/>
              </a:ext>
            </a:extLst>
          </p:cNvPr>
          <p:cNvSpPr>
            <a:spLocks noGrp="1"/>
          </p:cNvSpPr>
          <p:nvPr>
            <p:ph idx="1"/>
          </p:nvPr>
        </p:nvSpPr>
        <p:spPr/>
        <p:txBody>
          <a:bodyPr/>
          <a:lstStyle/>
          <a:p>
            <a:pPr marL="514350" indent="-514350">
              <a:buFont typeface="+mj-ea"/>
              <a:buAutoNum type="circleNumDbPlain" startAt="2"/>
            </a:pPr>
            <a:r>
              <a:rPr lang="en-US" altLang="ja-JP" dirty="0"/>
              <a:t>MMU</a:t>
            </a:r>
            <a:r>
              <a:rPr lang="ja-JP" altLang="en-US" dirty="0"/>
              <a:t>による管理</a:t>
            </a:r>
            <a:endParaRPr lang="en-US" altLang="ja-JP" dirty="0"/>
          </a:p>
          <a:p>
            <a:pPr marL="514350" indent="-514350">
              <a:buFont typeface="+mj-lt"/>
              <a:buAutoNum type="alphaLcPeriod"/>
            </a:pPr>
            <a:r>
              <a:rPr lang="ja-JP" altLang="en-US" sz="2400" b="1" dirty="0"/>
              <a:t>メモリマッピング機能</a:t>
            </a:r>
            <a:endParaRPr lang="en-US" altLang="ja-JP" sz="2400" dirty="0"/>
          </a:p>
          <a:p>
            <a:r>
              <a:rPr lang="ja-JP" altLang="en-US" sz="2400" dirty="0"/>
              <a:t>タスクから見えるアドレス</a:t>
            </a:r>
            <a:r>
              <a:rPr lang="en-US" altLang="ja-JP" sz="2400" dirty="0"/>
              <a:t>(</a:t>
            </a:r>
            <a:r>
              <a:rPr lang="ja-JP" altLang="en-US" sz="2400" dirty="0"/>
              <a:t>論理アドレス空間</a:t>
            </a:r>
            <a:r>
              <a:rPr lang="en-US" altLang="ja-JP" sz="2400" dirty="0"/>
              <a:t>)</a:t>
            </a:r>
            <a:r>
              <a:rPr lang="ja-JP" altLang="en-US" sz="2400" dirty="0"/>
              <a:t>と実際に格納されているアドレス</a:t>
            </a:r>
            <a:r>
              <a:rPr lang="en-US" altLang="ja-JP" sz="2400" dirty="0"/>
              <a:t>(</a:t>
            </a:r>
            <a:r>
              <a:rPr lang="ja-JP" altLang="en-US" sz="2400" dirty="0"/>
              <a:t>物理アドレス空間</a:t>
            </a:r>
            <a:r>
              <a:rPr lang="en-US" altLang="ja-JP" sz="2400" dirty="0"/>
              <a:t>)</a:t>
            </a:r>
            <a:r>
              <a:rPr lang="ja-JP" altLang="en-US" sz="2400" dirty="0"/>
              <a:t>を別々に扱い，対応付ける機能</a:t>
            </a:r>
            <a:endParaRPr lang="en-US" altLang="ja-JP" sz="2400" dirty="0"/>
          </a:p>
          <a:p>
            <a:pPr marL="514350" indent="-514350">
              <a:buFont typeface="+mj-lt"/>
              <a:buAutoNum type="alphaLcPeriod" startAt="2"/>
            </a:pPr>
            <a:r>
              <a:rPr lang="ja-JP" altLang="en-US" sz="2400" b="1" dirty="0"/>
              <a:t>メモリ保護機能</a:t>
            </a:r>
          </a:p>
          <a:p>
            <a:r>
              <a:rPr kumimoji="1" lang="ja-JP" altLang="en-US" sz="2400" dirty="0"/>
              <a:t>タスクがアクセスできるメモリアドレスを制限する機能</a:t>
            </a:r>
            <a:endParaRPr kumimoji="1" lang="en-US" altLang="ja-JP" sz="2400" dirty="0"/>
          </a:p>
          <a:p>
            <a:r>
              <a:rPr lang="ja-JP" altLang="en-US" sz="2400" dirty="0"/>
              <a:t>タスクが</a:t>
            </a:r>
            <a:r>
              <a:rPr lang="en-US" altLang="ja-JP" sz="2400" dirty="0"/>
              <a:t>RTOS</a:t>
            </a:r>
            <a:r>
              <a:rPr lang="ja-JP" altLang="en-US" sz="2400" dirty="0"/>
              <a:t>や他のタスク領域にアクセスできると，データや命令を破壊する可能性がある</a:t>
            </a:r>
            <a:endParaRPr lang="en-US" altLang="ja-JP" sz="2400" dirty="0"/>
          </a:p>
          <a:p>
            <a:pPr>
              <a:buFont typeface="Wingdings" panose="05000000000000000000" pitchFamily="2" charset="2"/>
              <a:buChar char="Ø"/>
            </a:pPr>
            <a:r>
              <a:rPr kumimoji="1" lang="ja-JP" altLang="en-US" sz="2400" dirty="0"/>
              <a:t>タスクのアクセス先を</a:t>
            </a:r>
            <a:r>
              <a:rPr kumimoji="1" lang="en-US" altLang="ja-JP" sz="2400" dirty="0"/>
              <a:t>MMU</a:t>
            </a:r>
            <a:r>
              <a:rPr kumimoji="1" lang="ja-JP" altLang="en-US" sz="2400" dirty="0"/>
              <a:t>で監視して，違反があれば</a:t>
            </a:r>
            <a:r>
              <a:rPr kumimoji="1" lang="en-US" altLang="ja-JP" sz="2400" dirty="0"/>
              <a:t>RTOS</a:t>
            </a:r>
            <a:r>
              <a:rPr kumimoji="1" lang="ja-JP" altLang="en-US" sz="2400" dirty="0"/>
              <a:t>にタスクを停止させる</a:t>
            </a:r>
          </a:p>
        </p:txBody>
      </p:sp>
      <p:sp>
        <p:nvSpPr>
          <p:cNvPr id="4" name="スライド番号プレースホルダー 3">
            <a:extLst>
              <a:ext uri="{FF2B5EF4-FFF2-40B4-BE49-F238E27FC236}">
                <a16:creationId xmlns:a16="http://schemas.microsoft.com/office/drawing/2014/main" id="{47841D15-1D43-87B7-8C4D-591772230283}"/>
              </a:ext>
            </a:extLst>
          </p:cNvPr>
          <p:cNvSpPr>
            <a:spLocks noGrp="1"/>
          </p:cNvSpPr>
          <p:nvPr>
            <p:ph type="sldNum" sz="quarter" idx="12"/>
          </p:nvPr>
        </p:nvSpPr>
        <p:spPr/>
        <p:txBody>
          <a:bodyPr/>
          <a:lstStyle/>
          <a:p>
            <a:fld id="{F261CD73-6629-45BF-A740-47428418DA8B}" type="slidenum">
              <a:rPr lang="ja-JP" altLang="en-US" smtClean="0"/>
              <a:pPr/>
              <a:t>2</a:t>
            </a:fld>
            <a:endParaRPr lang="ja-JP" altLang="en-US"/>
          </a:p>
        </p:txBody>
      </p:sp>
      <p:sp>
        <p:nvSpPr>
          <p:cNvPr id="5" name="フッター プレースホルダー 4">
            <a:extLst>
              <a:ext uri="{FF2B5EF4-FFF2-40B4-BE49-F238E27FC236}">
                <a16:creationId xmlns:a16="http://schemas.microsoft.com/office/drawing/2014/main" id="{FC2F3DA5-21DE-DF37-A511-FEBD0EC37D62}"/>
              </a:ext>
            </a:extLst>
          </p:cNvPr>
          <p:cNvSpPr>
            <a:spLocks noGrp="1"/>
          </p:cNvSpPr>
          <p:nvPr>
            <p:ph type="ftr" sz="quarter" idx="11"/>
          </p:nvPr>
        </p:nvSpPr>
        <p:spPr/>
        <p:txBody>
          <a:bodyPr/>
          <a:lstStyle/>
          <a:p>
            <a:endParaRPr lang="ja-JP" altLang="en-US"/>
          </a:p>
        </p:txBody>
      </p:sp>
      <p:sp>
        <p:nvSpPr>
          <p:cNvPr id="6" name="日付プレースホルダー 5">
            <a:extLst>
              <a:ext uri="{FF2B5EF4-FFF2-40B4-BE49-F238E27FC236}">
                <a16:creationId xmlns:a16="http://schemas.microsoft.com/office/drawing/2014/main" id="{BCE08C29-1F0D-46D6-149D-001D76E560B7}"/>
              </a:ext>
            </a:extLst>
          </p:cNvPr>
          <p:cNvSpPr>
            <a:spLocks noGrp="1"/>
          </p:cNvSpPr>
          <p:nvPr>
            <p:ph type="dt" sz="half" idx="10"/>
          </p:nvPr>
        </p:nvSpPr>
        <p:spPr/>
        <p:txBody>
          <a:bodyPr/>
          <a:lstStyle/>
          <a:p>
            <a:fld id="{DA683B38-00E3-45A0-BCDE-C4F527AD9593}" type="datetime1">
              <a:rPr lang="ja-JP" altLang="en-US" smtClean="0"/>
              <a:t>2026/7/2</a:t>
            </a:fld>
            <a:endParaRPr lang="ja-JP" altLang="en-US"/>
          </a:p>
        </p:txBody>
      </p:sp>
      <p:sp>
        <p:nvSpPr>
          <p:cNvPr id="7" name="正方形/長方形 6">
            <a:extLst>
              <a:ext uri="{FF2B5EF4-FFF2-40B4-BE49-F238E27FC236}">
                <a16:creationId xmlns:a16="http://schemas.microsoft.com/office/drawing/2014/main" id="{0D7AF335-DE0C-9A25-4557-3BE465854AB5}"/>
              </a:ext>
            </a:extLst>
          </p:cNvPr>
          <p:cNvSpPr/>
          <p:nvPr/>
        </p:nvSpPr>
        <p:spPr>
          <a:xfrm>
            <a:off x="1787926" y="4676775"/>
            <a:ext cx="1047750" cy="38100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kumimoji="1" lang="ja-JP" altLang="en-US" dirty="0">
                <a:latin typeface="メイリオ" panose="020B0604030504040204" pitchFamily="50" charset="-128"/>
                <a:ea typeface="メイリオ" panose="020B0604030504040204" pitchFamily="50" charset="-128"/>
              </a:rPr>
              <a:t>タスク</a:t>
            </a:r>
            <a:r>
              <a:rPr kumimoji="1" lang="en-US" altLang="ja-JP" dirty="0">
                <a:latin typeface="メイリオ" panose="020B0604030504040204" pitchFamily="50" charset="-128"/>
                <a:ea typeface="メイリオ" panose="020B0604030504040204" pitchFamily="50" charset="-128"/>
              </a:rPr>
              <a:t>1</a:t>
            </a:r>
            <a:endParaRPr kumimoji="1" lang="ja-JP" altLang="en-US" dirty="0">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D83EBE11-3607-FA67-C9DB-DD73C009F267}"/>
              </a:ext>
            </a:extLst>
          </p:cNvPr>
          <p:cNvSpPr/>
          <p:nvPr/>
        </p:nvSpPr>
        <p:spPr>
          <a:xfrm>
            <a:off x="1787926" y="5218212"/>
            <a:ext cx="1047750" cy="38100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kumimoji="1" lang="ja-JP" altLang="en-US" dirty="0">
                <a:latin typeface="メイリオ" panose="020B0604030504040204" pitchFamily="50" charset="-128"/>
                <a:ea typeface="メイリオ" panose="020B0604030504040204" pitchFamily="50" charset="-128"/>
              </a:rPr>
              <a:t>タスク</a:t>
            </a:r>
            <a:r>
              <a:rPr kumimoji="1" lang="en-US" altLang="ja-JP" dirty="0">
                <a:latin typeface="メイリオ" panose="020B0604030504040204" pitchFamily="50" charset="-128"/>
                <a:ea typeface="メイリオ" panose="020B0604030504040204" pitchFamily="50" charset="-128"/>
              </a:rPr>
              <a:t>2</a:t>
            </a:r>
            <a:endParaRPr kumimoji="1" lang="ja-JP" altLang="en-US" dirty="0">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88E4905C-AF42-E30C-0A41-49F9B5FF872D}"/>
              </a:ext>
            </a:extLst>
          </p:cNvPr>
          <p:cNvSpPr/>
          <p:nvPr/>
        </p:nvSpPr>
        <p:spPr>
          <a:xfrm>
            <a:off x="1787926" y="5759649"/>
            <a:ext cx="1047750" cy="38100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kumimoji="1" lang="ja-JP" altLang="en-US" dirty="0">
                <a:latin typeface="メイリオ" panose="020B0604030504040204" pitchFamily="50" charset="-128"/>
                <a:ea typeface="メイリオ" panose="020B0604030504040204" pitchFamily="50" charset="-128"/>
              </a:rPr>
              <a:t>タスク</a:t>
            </a:r>
            <a:r>
              <a:rPr kumimoji="1" lang="en-US" altLang="ja-JP" dirty="0">
                <a:latin typeface="メイリオ" panose="020B0604030504040204" pitchFamily="50" charset="-128"/>
                <a:ea typeface="メイリオ" panose="020B0604030504040204" pitchFamily="50" charset="-128"/>
              </a:rPr>
              <a:t>3</a:t>
            </a:r>
            <a:endParaRPr kumimoji="1" lang="ja-JP" altLang="en-US" dirty="0">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87959068-9318-784E-1EC4-A742E25E26B8}"/>
              </a:ext>
            </a:extLst>
          </p:cNvPr>
          <p:cNvSpPr/>
          <p:nvPr/>
        </p:nvSpPr>
        <p:spPr>
          <a:xfrm>
            <a:off x="2835676" y="4676775"/>
            <a:ext cx="1469624" cy="38100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rPr>
              <a:t>タスク</a:t>
            </a:r>
            <a:r>
              <a:rPr kumimoji="1" lang="en-US" altLang="ja-JP" sz="1200" dirty="0">
                <a:latin typeface="メイリオ" panose="020B0604030504040204" pitchFamily="50" charset="-128"/>
                <a:ea typeface="メイリオ" panose="020B0604030504040204" pitchFamily="50" charset="-128"/>
              </a:rPr>
              <a:t>1</a:t>
            </a:r>
            <a:r>
              <a:rPr kumimoji="1" lang="ja-JP" altLang="en-US" sz="1200" dirty="0">
                <a:latin typeface="メイリオ" panose="020B0604030504040204" pitchFamily="50" charset="-128"/>
                <a:ea typeface="メイリオ" panose="020B0604030504040204" pitchFamily="50" charset="-128"/>
              </a:rPr>
              <a:t>の</a:t>
            </a:r>
            <a:endParaRPr kumimoji="1" lang="en-US" altLang="ja-JP" sz="1200" dirty="0">
              <a:latin typeface="メイリオ" panose="020B0604030504040204" pitchFamily="50" charset="-128"/>
              <a:ea typeface="メイリオ" panose="020B0604030504040204" pitchFamily="50" charset="-128"/>
            </a:endParaRPr>
          </a:p>
          <a:p>
            <a:pPr algn="ctr"/>
            <a:r>
              <a:rPr kumimoji="1" lang="ja-JP" altLang="en-US" sz="1200" dirty="0">
                <a:latin typeface="メイリオ" panose="020B0604030504040204" pitchFamily="50" charset="-128"/>
                <a:ea typeface="メイリオ" panose="020B0604030504040204" pitchFamily="50" charset="-128"/>
              </a:rPr>
              <a:t>論理アドレス空間</a:t>
            </a:r>
          </a:p>
        </p:txBody>
      </p:sp>
      <p:sp>
        <p:nvSpPr>
          <p:cNvPr id="15" name="正方形/長方形 14">
            <a:extLst>
              <a:ext uri="{FF2B5EF4-FFF2-40B4-BE49-F238E27FC236}">
                <a16:creationId xmlns:a16="http://schemas.microsoft.com/office/drawing/2014/main" id="{38C35491-570B-FAC8-2D84-F9F10FDA7800}"/>
              </a:ext>
            </a:extLst>
          </p:cNvPr>
          <p:cNvSpPr/>
          <p:nvPr/>
        </p:nvSpPr>
        <p:spPr>
          <a:xfrm>
            <a:off x="2835676" y="5218212"/>
            <a:ext cx="1469624" cy="38100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rPr>
              <a:t>タスク</a:t>
            </a:r>
            <a:r>
              <a:rPr lang="en-US" altLang="ja-JP" sz="1200" dirty="0">
                <a:latin typeface="メイリオ" panose="020B0604030504040204" pitchFamily="50" charset="-128"/>
                <a:ea typeface="メイリオ" panose="020B0604030504040204" pitchFamily="50" charset="-128"/>
              </a:rPr>
              <a:t>2</a:t>
            </a:r>
            <a:r>
              <a:rPr kumimoji="1" lang="ja-JP" altLang="en-US" sz="1200" dirty="0">
                <a:latin typeface="メイリオ" panose="020B0604030504040204" pitchFamily="50" charset="-128"/>
                <a:ea typeface="メイリオ" panose="020B0604030504040204" pitchFamily="50" charset="-128"/>
              </a:rPr>
              <a:t>の</a:t>
            </a:r>
            <a:endParaRPr kumimoji="1" lang="en-US" altLang="ja-JP" sz="1200" dirty="0">
              <a:latin typeface="メイリオ" panose="020B0604030504040204" pitchFamily="50" charset="-128"/>
              <a:ea typeface="メイリオ" panose="020B0604030504040204" pitchFamily="50" charset="-128"/>
            </a:endParaRPr>
          </a:p>
          <a:p>
            <a:pPr algn="ctr"/>
            <a:r>
              <a:rPr kumimoji="1" lang="ja-JP" altLang="en-US" sz="1200" dirty="0">
                <a:latin typeface="メイリオ" panose="020B0604030504040204" pitchFamily="50" charset="-128"/>
                <a:ea typeface="メイリオ" panose="020B0604030504040204" pitchFamily="50" charset="-128"/>
              </a:rPr>
              <a:t>論理アドレス空間</a:t>
            </a:r>
          </a:p>
        </p:txBody>
      </p:sp>
      <p:sp>
        <p:nvSpPr>
          <p:cNvPr id="17" name="正方形/長方形 16">
            <a:extLst>
              <a:ext uri="{FF2B5EF4-FFF2-40B4-BE49-F238E27FC236}">
                <a16:creationId xmlns:a16="http://schemas.microsoft.com/office/drawing/2014/main" id="{607BAFF3-93A4-2FFD-2B2D-AE4BFC86CD62}"/>
              </a:ext>
            </a:extLst>
          </p:cNvPr>
          <p:cNvSpPr/>
          <p:nvPr/>
        </p:nvSpPr>
        <p:spPr>
          <a:xfrm>
            <a:off x="2835676" y="5759649"/>
            <a:ext cx="1469624" cy="38100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rPr>
              <a:t>タスク</a:t>
            </a:r>
            <a:r>
              <a:rPr lang="en-US" altLang="ja-JP" sz="1200" dirty="0">
                <a:latin typeface="メイリオ" panose="020B0604030504040204" pitchFamily="50" charset="-128"/>
                <a:ea typeface="メイリオ" panose="020B0604030504040204" pitchFamily="50" charset="-128"/>
              </a:rPr>
              <a:t>3</a:t>
            </a:r>
            <a:r>
              <a:rPr kumimoji="1" lang="ja-JP" altLang="en-US" sz="1200" dirty="0">
                <a:latin typeface="メイリオ" panose="020B0604030504040204" pitchFamily="50" charset="-128"/>
                <a:ea typeface="メイリオ" panose="020B0604030504040204" pitchFamily="50" charset="-128"/>
              </a:rPr>
              <a:t>の</a:t>
            </a:r>
            <a:endParaRPr kumimoji="1" lang="en-US" altLang="ja-JP" sz="1200" dirty="0">
              <a:latin typeface="メイリオ" panose="020B0604030504040204" pitchFamily="50" charset="-128"/>
              <a:ea typeface="メイリオ" panose="020B0604030504040204" pitchFamily="50" charset="-128"/>
            </a:endParaRPr>
          </a:p>
          <a:p>
            <a:pPr algn="ctr"/>
            <a:r>
              <a:rPr kumimoji="1" lang="ja-JP" altLang="en-US" sz="1200" dirty="0">
                <a:latin typeface="メイリオ" panose="020B0604030504040204" pitchFamily="50" charset="-128"/>
                <a:ea typeface="メイリオ" panose="020B0604030504040204" pitchFamily="50" charset="-128"/>
              </a:rPr>
              <a:t>論理アドレス空間</a:t>
            </a:r>
          </a:p>
        </p:txBody>
      </p:sp>
      <p:sp>
        <p:nvSpPr>
          <p:cNvPr id="20" name="正方形/長方形 19">
            <a:extLst>
              <a:ext uri="{FF2B5EF4-FFF2-40B4-BE49-F238E27FC236}">
                <a16:creationId xmlns:a16="http://schemas.microsoft.com/office/drawing/2014/main" id="{1539419B-51C1-0CCC-88F3-926A0A41777C}"/>
              </a:ext>
            </a:extLst>
          </p:cNvPr>
          <p:cNvSpPr/>
          <p:nvPr/>
        </p:nvSpPr>
        <p:spPr>
          <a:xfrm>
            <a:off x="4905375" y="6130332"/>
            <a:ext cx="952500" cy="381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MMU</a:t>
            </a:r>
            <a:endParaRPr kumimoji="1" lang="ja-JP" altLang="en-US" sz="1400" b="1" dirty="0">
              <a:latin typeface="メイリオ" panose="020B0604030504040204" pitchFamily="50" charset="-128"/>
              <a:ea typeface="メイリオ" panose="020B0604030504040204" pitchFamily="50" charset="-128"/>
            </a:endParaRPr>
          </a:p>
        </p:txBody>
      </p:sp>
      <p:sp>
        <p:nvSpPr>
          <p:cNvPr id="21" name="矢印: 上 20">
            <a:extLst>
              <a:ext uri="{FF2B5EF4-FFF2-40B4-BE49-F238E27FC236}">
                <a16:creationId xmlns:a16="http://schemas.microsoft.com/office/drawing/2014/main" id="{CA5F8D61-D208-42FA-0C1A-BDC1A0D9516D}"/>
              </a:ext>
            </a:extLst>
          </p:cNvPr>
          <p:cNvSpPr/>
          <p:nvPr/>
        </p:nvSpPr>
        <p:spPr>
          <a:xfrm>
            <a:off x="5293518" y="6010461"/>
            <a:ext cx="176213" cy="85977"/>
          </a:xfrm>
          <a:prstGeom prst="upArrow">
            <a:avLst>
              <a:gd name="adj1" fmla="val 50000"/>
              <a:gd name="adj2" fmla="val 38922"/>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E827FFE6-F7C7-677A-09CC-3CDB0CFFE492}"/>
              </a:ext>
            </a:extLst>
          </p:cNvPr>
          <p:cNvSpPr/>
          <p:nvPr/>
        </p:nvSpPr>
        <p:spPr>
          <a:xfrm>
            <a:off x="6887383" y="4972541"/>
            <a:ext cx="1047750" cy="38100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kumimoji="1" lang="ja-JP" altLang="en-US" dirty="0">
                <a:latin typeface="メイリオ" panose="020B0604030504040204" pitchFamily="50" charset="-128"/>
                <a:ea typeface="メイリオ" panose="020B0604030504040204" pitchFamily="50" charset="-128"/>
              </a:rPr>
              <a:t>タスク</a:t>
            </a:r>
            <a:r>
              <a:rPr kumimoji="1" lang="en-US" altLang="ja-JP" dirty="0">
                <a:latin typeface="メイリオ" panose="020B0604030504040204" pitchFamily="50" charset="-128"/>
                <a:ea typeface="メイリオ" panose="020B0604030504040204" pitchFamily="50" charset="-128"/>
              </a:rPr>
              <a:t>1</a:t>
            </a:r>
            <a:endParaRPr kumimoji="1" lang="ja-JP" altLang="en-US" dirty="0">
              <a:latin typeface="メイリオ" panose="020B0604030504040204" pitchFamily="50" charset="-128"/>
              <a:ea typeface="メイリオ" panose="020B0604030504040204" pitchFamily="50" charset="-128"/>
            </a:endParaRPr>
          </a:p>
        </p:txBody>
      </p:sp>
      <p:sp>
        <p:nvSpPr>
          <p:cNvPr id="25" name="正方形/長方形 24">
            <a:extLst>
              <a:ext uri="{FF2B5EF4-FFF2-40B4-BE49-F238E27FC236}">
                <a16:creationId xmlns:a16="http://schemas.microsoft.com/office/drawing/2014/main" id="{BC22BDFF-346C-3862-587F-BAF0F8E59B42}"/>
              </a:ext>
            </a:extLst>
          </p:cNvPr>
          <p:cNvSpPr/>
          <p:nvPr/>
        </p:nvSpPr>
        <p:spPr>
          <a:xfrm>
            <a:off x="6882344" y="5947213"/>
            <a:ext cx="1047750" cy="38100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kumimoji="1" lang="ja-JP" altLang="en-US" dirty="0">
                <a:latin typeface="メイリオ" panose="020B0604030504040204" pitchFamily="50" charset="-128"/>
                <a:ea typeface="メイリオ" panose="020B0604030504040204" pitchFamily="50" charset="-128"/>
              </a:rPr>
              <a:t>タスク</a:t>
            </a:r>
            <a:r>
              <a:rPr kumimoji="1" lang="en-US" altLang="ja-JP" dirty="0">
                <a:latin typeface="メイリオ" panose="020B0604030504040204" pitchFamily="50" charset="-128"/>
                <a:ea typeface="メイリオ" panose="020B0604030504040204" pitchFamily="50" charset="-128"/>
              </a:rPr>
              <a:t>2</a:t>
            </a:r>
            <a:endParaRPr kumimoji="1" lang="ja-JP" altLang="en-US" dirty="0">
              <a:latin typeface="メイリオ" panose="020B0604030504040204" pitchFamily="50" charset="-128"/>
              <a:ea typeface="メイリオ" panose="020B0604030504040204" pitchFamily="50" charset="-128"/>
            </a:endParaRPr>
          </a:p>
        </p:txBody>
      </p:sp>
      <p:sp>
        <p:nvSpPr>
          <p:cNvPr id="27" name="正方形/長方形 26">
            <a:extLst>
              <a:ext uri="{FF2B5EF4-FFF2-40B4-BE49-F238E27FC236}">
                <a16:creationId xmlns:a16="http://schemas.microsoft.com/office/drawing/2014/main" id="{E40299F1-BA03-89DE-0DC9-08DE769F495D}"/>
              </a:ext>
            </a:extLst>
          </p:cNvPr>
          <p:cNvSpPr/>
          <p:nvPr/>
        </p:nvSpPr>
        <p:spPr>
          <a:xfrm>
            <a:off x="6882344" y="5461409"/>
            <a:ext cx="1047750" cy="38100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kumimoji="1" lang="ja-JP" altLang="en-US" dirty="0">
                <a:latin typeface="メイリオ" panose="020B0604030504040204" pitchFamily="50" charset="-128"/>
                <a:ea typeface="メイリオ" panose="020B0604030504040204" pitchFamily="50" charset="-128"/>
              </a:rPr>
              <a:t>タスク</a:t>
            </a:r>
            <a:r>
              <a:rPr kumimoji="1" lang="en-US" altLang="ja-JP" dirty="0">
                <a:latin typeface="メイリオ" panose="020B0604030504040204" pitchFamily="50" charset="-128"/>
                <a:ea typeface="メイリオ" panose="020B0604030504040204" pitchFamily="50" charset="-128"/>
              </a:rPr>
              <a:t>3</a:t>
            </a:r>
            <a:endParaRPr kumimoji="1" lang="ja-JP" altLang="en-US" dirty="0">
              <a:latin typeface="メイリオ" panose="020B0604030504040204" pitchFamily="50" charset="-128"/>
              <a:ea typeface="メイリオ" panose="020B0604030504040204" pitchFamily="50" charset="-128"/>
            </a:endParaRPr>
          </a:p>
        </p:txBody>
      </p:sp>
      <p:sp>
        <p:nvSpPr>
          <p:cNvPr id="29" name="正方形/長方形 28">
            <a:extLst>
              <a:ext uri="{FF2B5EF4-FFF2-40B4-BE49-F238E27FC236}">
                <a16:creationId xmlns:a16="http://schemas.microsoft.com/office/drawing/2014/main" id="{B54B01FA-4428-14C0-4D4E-3A079C2664FA}"/>
              </a:ext>
            </a:extLst>
          </p:cNvPr>
          <p:cNvSpPr/>
          <p:nvPr/>
        </p:nvSpPr>
        <p:spPr>
          <a:xfrm>
            <a:off x="6600826" y="4634914"/>
            <a:ext cx="1635124" cy="1778585"/>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t"/>
          <a:lstStyle/>
          <a:p>
            <a:pPr algn="ctr"/>
            <a:r>
              <a:rPr kumimoji="1" lang="ja-JP" altLang="en-US" sz="1400" dirty="0">
                <a:latin typeface="メイリオ" panose="020B0604030504040204" pitchFamily="50" charset="-128"/>
                <a:ea typeface="メイリオ" panose="020B0604030504040204" pitchFamily="50" charset="-128"/>
              </a:rPr>
              <a:t>物理アドレス空間</a:t>
            </a:r>
          </a:p>
        </p:txBody>
      </p:sp>
      <p:cxnSp>
        <p:nvCxnSpPr>
          <p:cNvPr id="31" name="直線矢印コネクタ 30">
            <a:extLst>
              <a:ext uri="{FF2B5EF4-FFF2-40B4-BE49-F238E27FC236}">
                <a16:creationId xmlns:a16="http://schemas.microsoft.com/office/drawing/2014/main" id="{0870D034-C230-E25C-F403-538E768CD0EC}"/>
              </a:ext>
            </a:extLst>
          </p:cNvPr>
          <p:cNvCxnSpPr>
            <a:cxnSpLocks/>
            <a:stCxn id="13" idx="3"/>
            <a:endCxn id="23" idx="1"/>
          </p:cNvCxnSpPr>
          <p:nvPr/>
        </p:nvCxnSpPr>
        <p:spPr>
          <a:xfrm>
            <a:off x="4305300" y="4867275"/>
            <a:ext cx="2582083" cy="29576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3" name="直線矢印コネクタ 32">
            <a:extLst>
              <a:ext uri="{FF2B5EF4-FFF2-40B4-BE49-F238E27FC236}">
                <a16:creationId xmlns:a16="http://schemas.microsoft.com/office/drawing/2014/main" id="{1B578EF1-B5D1-3371-72C8-57B7A9986424}"/>
              </a:ext>
            </a:extLst>
          </p:cNvPr>
          <p:cNvCxnSpPr>
            <a:cxnSpLocks/>
            <a:stCxn id="15" idx="3"/>
            <a:endCxn id="25" idx="1"/>
          </p:cNvCxnSpPr>
          <p:nvPr/>
        </p:nvCxnSpPr>
        <p:spPr>
          <a:xfrm>
            <a:off x="4305300" y="5408712"/>
            <a:ext cx="2577044" cy="72900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6" name="直線矢印コネクタ 35">
            <a:extLst>
              <a:ext uri="{FF2B5EF4-FFF2-40B4-BE49-F238E27FC236}">
                <a16:creationId xmlns:a16="http://schemas.microsoft.com/office/drawing/2014/main" id="{131C6CE9-FAD8-E31F-DCB9-CC19FBEABC99}"/>
              </a:ext>
            </a:extLst>
          </p:cNvPr>
          <p:cNvCxnSpPr>
            <a:cxnSpLocks/>
            <a:stCxn id="17" idx="3"/>
            <a:endCxn id="27" idx="1"/>
          </p:cNvCxnSpPr>
          <p:nvPr/>
        </p:nvCxnSpPr>
        <p:spPr>
          <a:xfrm flipV="1">
            <a:off x="4305300" y="5651909"/>
            <a:ext cx="2577044" cy="29824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8" name="正方形/長方形 17">
            <a:extLst>
              <a:ext uri="{FF2B5EF4-FFF2-40B4-BE49-F238E27FC236}">
                <a16:creationId xmlns:a16="http://schemas.microsoft.com/office/drawing/2014/main" id="{30144C36-13FE-C279-3A37-60F89CE66601}"/>
              </a:ext>
            </a:extLst>
          </p:cNvPr>
          <p:cNvSpPr/>
          <p:nvPr/>
        </p:nvSpPr>
        <p:spPr>
          <a:xfrm>
            <a:off x="4905375" y="4676775"/>
            <a:ext cx="952500" cy="129979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アドレス</a:t>
            </a:r>
            <a:endParaRPr kumimoji="1" lang="en-US" altLang="ja-JP" sz="1400" b="1" dirty="0">
              <a:latin typeface="メイリオ" panose="020B0604030504040204" pitchFamily="50" charset="-128"/>
              <a:ea typeface="メイリオ" panose="020B0604030504040204" pitchFamily="50" charset="-128"/>
            </a:endParaRPr>
          </a:p>
          <a:p>
            <a:pPr algn="ctr"/>
            <a:r>
              <a:rPr lang="ja-JP" altLang="en-US" sz="1400" b="1" dirty="0">
                <a:latin typeface="メイリオ" panose="020B0604030504040204" pitchFamily="50" charset="-128"/>
                <a:ea typeface="メイリオ" panose="020B0604030504040204" pitchFamily="50" charset="-128"/>
              </a:rPr>
              <a:t>変換</a:t>
            </a:r>
            <a:endParaRPr lang="en-US" altLang="ja-JP" sz="1400" b="1" dirty="0">
              <a:latin typeface="メイリオ" panose="020B0604030504040204" pitchFamily="50" charset="-128"/>
              <a:ea typeface="メイリオ" panose="020B0604030504040204" pitchFamily="50" charset="-128"/>
            </a:endParaRPr>
          </a:p>
          <a:p>
            <a:pPr algn="ctr"/>
            <a:r>
              <a:rPr kumimoji="1" lang="ja-JP" altLang="en-US" sz="1400" b="1" dirty="0">
                <a:latin typeface="メイリオ" panose="020B0604030504040204" pitchFamily="50" charset="-128"/>
                <a:ea typeface="メイリオ" panose="020B0604030504040204" pitchFamily="50" charset="-128"/>
              </a:rPr>
              <a:t>テーブル</a:t>
            </a:r>
          </a:p>
        </p:txBody>
      </p:sp>
    </p:spTree>
    <p:extLst>
      <p:ext uri="{BB962C8B-B14F-4D97-AF65-F5344CB8AC3E}">
        <p14:creationId xmlns:p14="http://schemas.microsoft.com/office/powerpoint/2010/main" val="14409234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2467548-2D37-3056-C70A-85245D2150BD}"/>
              </a:ext>
            </a:extLst>
          </p:cNvPr>
          <p:cNvSpPr>
            <a:spLocks noGrp="1"/>
          </p:cNvSpPr>
          <p:nvPr>
            <p:ph type="title"/>
          </p:nvPr>
        </p:nvSpPr>
        <p:spPr/>
        <p:txBody>
          <a:bodyPr>
            <a:normAutofit fontScale="90000"/>
          </a:bodyPr>
          <a:lstStyle/>
          <a:p>
            <a:r>
              <a:rPr kumimoji="1" lang="ja-JP" altLang="en-US" dirty="0"/>
              <a:t>タスク間の同期</a:t>
            </a:r>
          </a:p>
        </p:txBody>
      </p:sp>
      <p:sp>
        <p:nvSpPr>
          <p:cNvPr id="3" name="コンテンツ プレースホルダー 2">
            <a:extLst>
              <a:ext uri="{FF2B5EF4-FFF2-40B4-BE49-F238E27FC236}">
                <a16:creationId xmlns:a16="http://schemas.microsoft.com/office/drawing/2014/main" id="{2DCAEDC7-A3F5-46E8-B132-D8261208B826}"/>
              </a:ext>
            </a:extLst>
          </p:cNvPr>
          <p:cNvSpPr>
            <a:spLocks noGrp="1"/>
          </p:cNvSpPr>
          <p:nvPr>
            <p:ph idx="1"/>
          </p:nvPr>
        </p:nvSpPr>
        <p:spPr>
          <a:xfrm>
            <a:off x="92475" y="881432"/>
            <a:ext cx="11972277" cy="5595568"/>
          </a:xfrm>
        </p:spPr>
        <p:txBody>
          <a:bodyPr>
            <a:normAutofit/>
          </a:bodyPr>
          <a:lstStyle/>
          <a:p>
            <a:r>
              <a:rPr kumimoji="1" lang="ja-JP" altLang="en-US" sz="2400" dirty="0"/>
              <a:t>タスクが別のタスクから送信されるイベントを待つこと ⇒ </a:t>
            </a:r>
            <a:r>
              <a:rPr kumimoji="1" lang="ja-JP" altLang="en-US" sz="2400" b="1" dirty="0"/>
              <a:t>同期</a:t>
            </a:r>
            <a:endParaRPr kumimoji="1" lang="en-US" altLang="ja-JP" sz="2400" b="1" dirty="0"/>
          </a:p>
          <a:p>
            <a:r>
              <a:rPr lang="ja-JP" altLang="en-US" sz="2400" dirty="0"/>
              <a:t>１つのフラグで複数の同期を行う機能 ⇒ </a:t>
            </a:r>
            <a:r>
              <a:rPr lang="ja-JP" altLang="en-US" sz="2400" b="1" dirty="0"/>
              <a:t>イベントフラグ</a:t>
            </a:r>
            <a:endParaRPr lang="en-US" altLang="ja-JP" sz="2400" b="1" dirty="0"/>
          </a:p>
          <a:p>
            <a:r>
              <a:rPr kumimoji="1" lang="ja-JP" altLang="en-US" sz="2400" dirty="0"/>
              <a:t>仕組み</a:t>
            </a:r>
            <a:endParaRPr kumimoji="1" lang="en-US" altLang="ja-JP" sz="2400" dirty="0"/>
          </a:p>
          <a:p>
            <a:endParaRPr lang="en-US" altLang="ja-JP" sz="2400" dirty="0"/>
          </a:p>
          <a:p>
            <a:endParaRPr kumimoji="1" lang="en-US" altLang="ja-JP" sz="2400" dirty="0"/>
          </a:p>
          <a:p>
            <a:endParaRPr lang="en-US" altLang="ja-JP" sz="2400" dirty="0"/>
          </a:p>
          <a:p>
            <a:endParaRPr kumimoji="1" lang="en-US" altLang="ja-JP" sz="2400" dirty="0"/>
          </a:p>
          <a:p>
            <a:endParaRPr lang="en-US" altLang="ja-JP" sz="2400" dirty="0"/>
          </a:p>
          <a:p>
            <a:endParaRPr kumimoji="1" lang="en-US" altLang="ja-JP" sz="2400" dirty="0"/>
          </a:p>
          <a:p>
            <a:r>
              <a:rPr kumimoji="1" lang="en-US" altLang="ja-JP" sz="2400" dirty="0"/>
              <a:t>RTOS</a:t>
            </a:r>
            <a:r>
              <a:rPr kumimoji="1" lang="ja-JP" altLang="en-US" sz="2400" dirty="0"/>
              <a:t>はフラグのクリアやセット，タスクを待ち状態へ遷移，待ち状態からの復帰の一連の機能をシステムコールとして提供</a:t>
            </a:r>
            <a:endParaRPr kumimoji="1" lang="ja-JP" altLang="en-US" sz="2000" dirty="0"/>
          </a:p>
        </p:txBody>
      </p:sp>
      <p:sp>
        <p:nvSpPr>
          <p:cNvPr id="4" name="スライド番号プレースホルダー 3">
            <a:extLst>
              <a:ext uri="{FF2B5EF4-FFF2-40B4-BE49-F238E27FC236}">
                <a16:creationId xmlns:a16="http://schemas.microsoft.com/office/drawing/2014/main" id="{AE116AAE-5CC8-8A09-B61B-11E49A63804F}"/>
              </a:ext>
            </a:extLst>
          </p:cNvPr>
          <p:cNvSpPr>
            <a:spLocks noGrp="1"/>
          </p:cNvSpPr>
          <p:nvPr>
            <p:ph type="sldNum" sz="quarter" idx="12"/>
          </p:nvPr>
        </p:nvSpPr>
        <p:spPr/>
        <p:txBody>
          <a:bodyPr/>
          <a:lstStyle/>
          <a:p>
            <a:fld id="{F261CD73-6629-45BF-A740-47428418DA8B}" type="slidenum">
              <a:rPr lang="ja-JP" altLang="en-US" smtClean="0"/>
              <a:pPr/>
              <a:t>3</a:t>
            </a:fld>
            <a:endParaRPr lang="ja-JP" altLang="en-US"/>
          </a:p>
        </p:txBody>
      </p:sp>
      <p:sp>
        <p:nvSpPr>
          <p:cNvPr id="5" name="フッター プレースホルダー 4">
            <a:extLst>
              <a:ext uri="{FF2B5EF4-FFF2-40B4-BE49-F238E27FC236}">
                <a16:creationId xmlns:a16="http://schemas.microsoft.com/office/drawing/2014/main" id="{73DE8676-F47A-6605-A40C-96F6A82D5564}"/>
              </a:ext>
            </a:extLst>
          </p:cNvPr>
          <p:cNvSpPr>
            <a:spLocks noGrp="1"/>
          </p:cNvSpPr>
          <p:nvPr>
            <p:ph type="ftr" sz="quarter" idx="11"/>
          </p:nvPr>
        </p:nvSpPr>
        <p:spPr/>
        <p:txBody>
          <a:bodyPr/>
          <a:lstStyle/>
          <a:p>
            <a:endParaRPr lang="ja-JP" altLang="en-US"/>
          </a:p>
        </p:txBody>
      </p:sp>
      <p:sp>
        <p:nvSpPr>
          <p:cNvPr id="6" name="日付プレースホルダー 5">
            <a:extLst>
              <a:ext uri="{FF2B5EF4-FFF2-40B4-BE49-F238E27FC236}">
                <a16:creationId xmlns:a16="http://schemas.microsoft.com/office/drawing/2014/main" id="{01A1A174-0448-9634-EB0D-1219F931B428}"/>
              </a:ext>
            </a:extLst>
          </p:cNvPr>
          <p:cNvSpPr>
            <a:spLocks noGrp="1"/>
          </p:cNvSpPr>
          <p:nvPr>
            <p:ph type="dt" sz="half" idx="10"/>
          </p:nvPr>
        </p:nvSpPr>
        <p:spPr/>
        <p:txBody>
          <a:bodyPr/>
          <a:lstStyle/>
          <a:p>
            <a:fld id="{DA683B38-00E3-45A0-BCDE-C4F527AD9593}" type="datetime1">
              <a:rPr lang="ja-JP" altLang="en-US" smtClean="0"/>
              <a:t>2026/7/2</a:t>
            </a:fld>
            <a:endParaRPr lang="ja-JP" altLang="en-US"/>
          </a:p>
        </p:txBody>
      </p:sp>
      <p:grpSp>
        <p:nvGrpSpPr>
          <p:cNvPr id="29" name="グループ化 28">
            <a:extLst>
              <a:ext uri="{FF2B5EF4-FFF2-40B4-BE49-F238E27FC236}">
                <a16:creationId xmlns:a16="http://schemas.microsoft.com/office/drawing/2014/main" id="{A9704D11-CAF4-8C0E-600A-8F2C932A9578}"/>
              </a:ext>
            </a:extLst>
          </p:cNvPr>
          <p:cNvGrpSpPr/>
          <p:nvPr/>
        </p:nvGrpSpPr>
        <p:grpSpPr>
          <a:xfrm>
            <a:off x="1117588" y="2143542"/>
            <a:ext cx="9956824" cy="2570915"/>
            <a:chOff x="736328" y="1998875"/>
            <a:chExt cx="9956824" cy="2570915"/>
          </a:xfrm>
        </p:grpSpPr>
        <p:sp>
          <p:nvSpPr>
            <p:cNvPr id="18" name="テキスト ボックス 17">
              <a:extLst>
                <a:ext uri="{FF2B5EF4-FFF2-40B4-BE49-F238E27FC236}">
                  <a16:creationId xmlns:a16="http://schemas.microsoft.com/office/drawing/2014/main" id="{803BFE81-08CF-C941-876C-402C76B42EDE}"/>
                </a:ext>
              </a:extLst>
            </p:cNvPr>
            <p:cNvSpPr txBox="1"/>
            <p:nvPr/>
          </p:nvSpPr>
          <p:spPr>
            <a:xfrm>
              <a:off x="736328" y="2776659"/>
              <a:ext cx="1276350" cy="369332"/>
            </a:xfrm>
            <a:prstGeom prst="rect">
              <a:avLst/>
            </a:prstGeom>
            <a:noFill/>
          </p:spPr>
          <p:txBody>
            <a:bodyPr wrap="square" rtlCol="0">
              <a:spAutoFit/>
            </a:bodyPr>
            <a:lstStyle/>
            <a:p>
              <a:pPr algn="r"/>
              <a:r>
                <a:rPr kumimoji="1" lang="ja-JP" altLang="en-US" dirty="0">
                  <a:latin typeface="メイリオ" panose="020B0604030504040204" pitchFamily="50" charset="-128"/>
                  <a:ea typeface="メイリオ" panose="020B0604030504040204" pitchFamily="50" charset="-128"/>
                </a:rPr>
                <a:t>タスク</a:t>
              </a:r>
              <a:r>
                <a:rPr kumimoji="1" lang="en-US" altLang="ja-JP" dirty="0">
                  <a:latin typeface="メイリオ" panose="020B0604030504040204" pitchFamily="50" charset="-128"/>
                  <a:ea typeface="メイリオ" panose="020B0604030504040204" pitchFamily="50" charset="-128"/>
                </a:rPr>
                <a:t>A</a:t>
              </a:r>
              <a:endParaRPr kumimoji="1" lang="ja-JP" altLang="en-US" dirty="0">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6EF8721F-1241-8342-4F04-7030EC555C23}"/>
                </a:ext>
              </a:extLst>
            </p:cNvPr>
            <p:cNvSpPr txBox="1"/>
            <p:nvPr/>
          </p:nvSpPr>
          <p:spPr>
            <a:xfrm>
              <a:off x="736328" y="3721442"/>
              <a:ext cx="1276350" cy="369332"/>
            </a:xfrm>
            <a:prstGeom prst="rect">
              <a:avLst/>
            </a:prstGeom>
            <a:noFill/>
          </p:spPr>
          <p:txBody>
            <a:bodyPr wrap="square" rtlCol="0">
              <a:spAutoFit/>
            </a:bodyPr>
            <a:lstStyle/>
            <a:p>
              <a:pPr algn="r"/>
              <a:r>
                <a:rPr kumimoji="1" lang="ja-JP" altLang="en-US" dirty="0">
                  <a:latin typeface="メイリオ" panose="020B0604030504040204" pitchFamily="50" charset="-128"/>
                  <a:ea typeface="メイリオ" panose="020B0604030504040204" pitchFamily="50" charset="-128"/>
                </a:rPr>
                <a:t>タスク</a:t>
              </a:r>
              <a:r>
                <a:rPr kumimoji="1" lang="en-US" altLang="ja-JP" dirty="0">
                  <a:latin typeface="メイリオ" panose="020B0604030504040204" pitchFamily="50" charset="-128"/>
                  <a:ea typeface="メイリオ" panose="020B0604030504040204" pitchFamily="50" charset="-128"/>
                </a:rPr>
                <a:t>B</a:t>
              </a:r>
              <a:endParaRPr kumimoji="1" lang="ja-JP" altLang="en-US" dirty="0">
                <a:latin typeface="メイリオ" panose="020B0604030504040204" pitchFamily="50" charset="-128"/>
                <a:ea typeface="メイリオ" panose="020B0604030504040204" pitchFamily="50" charset="-128"/>
              </a:endParaRPr>
            </a:p>
          </p:txBody>
        </p:sp>
        <p:grpSp>
          <p:nvGrpSpPr>
            <p:cNvPr id="28" name="グループ化 27">
              <a:extLst>
                <a:ext uri="{FF2B5EF4-FFF2-40B4-BE49-F238E27FC236}">
                  <a16:creationId xmlns:a16="http://schemas.microsoft.com/office/drawing/2014/main" id="{7FF5D928-0CB7-1417-B75E-035A906E795C}"/>
                </a:ext>
              </a:extLst>
            </p:cNvPr>
            <p:cNvGrpSpPr/>
            <p:nvPr/>
          </p:nvGrpSpPr>
          <p:grpSpPr>
            <a:xfrm>
              <a:off x="2035535" y="1998875"/>
              <a:ext cx="8657617" cy="2570915"/>
              <a:chOff x="2000655" y="1752066"/>
              <a:chExt cx="8657617" cy="2570915"/>
            </a:xfrm>
          </p:grpSpPr>
          <p:cxnSp>
            <p:nvCxnSpPr>
              <p:cNvPr id="8" name="直線コネクタ 7">
                <a:extLst>
                  <a:ext uri="{FF2B5EF4-FFF2-40B4-BE49-F238E27FC236}">
                    <a16:creationId xmlns:a16="http://schemas.microsoft.com/office/drawing/2014/main" id="{9F224BBF-87F7-3061-FAE3-815793EAF99C}"/>
                  </a:ext>
                </a:extLst>
              </p:cNvPr>
              <p:cNvCxnSpPr>
                <a:cxnSpLocks/>
              </p:cNvCxnSpPr>
              <p:nvPr/>
            </p:nvCxnSpPr>
            <p:spPr>
              <a:xfrm>
                <a:off x="2000655" y="2190750"/>
                <a:ext cx="0" cy="2132231"/>
              </a:xfrm>
              <a:prstGeom prst="line">
                <a:avLst/>
              </a:prstGeom>
            </p:spPr>
            <p:style>
              <a:lnRef idx="2">
                <a:schemeClr val="dk1"/>
              </a:lnRef>
              <a:fillRef idx="0">
                <a:schemeClr val="dk1"/>
              </a:fillRef>
              <a:effectRef idx="1">
                <a:schemeClr val="dk1"/>
              </a:effectRef>
              <a:fontRef idx="minor">
                <a:schemeClr val="tx1"/>
              </a:fontRef>
            </p:style>
          </p:cxnSp>
          <p:cxnSp>
            <p:nvCxnSpPr>
              <p:cNvPr id="9" name="直線コネクタ 8">
                <a:extLst>
                  <a:ext uri="{FF2B5EF4-FFF2-40B4-BE49-F238E27FC236}">
                    <a16:creationId xmlns:a16="http://schemas.microsoft.com/office/drawing/2014/main" id="{216AFA59-B963-51C0-CEB9-E3FFB28142E4}"/>
                  </a:ext>
                </a:extLst>
              </p:cNvPr>
              <p:cNvCxnSpPr/>
              <p:nvPr/>
            </p:nvCxnSpPr>
            <p:spPr>
              <a:xfrm>
                <a:off x="2000655" y="4315838"/>
                <a:ext cx="8657617" cy="0"/>
              </a:xfrm>
              <a:prstGeom prst="line">
                <a:avLst/>
              </a:prstGeom>
            </p:spPr>
            <p:style>
              <a:lnRef idx="2">
                <a:schemeClr val="dk1"/>
              </a:lnRef>
              <a:fillRef idx="0">
                <a:schemeClr val="dk1"/>
              </a:fillRef>
              <a:effectRef idx="1">
                <a:schemeClr val="dk1"/>
              </a:effectRef>
              <a:fontRef idx="minor">
                <a:schemeClr val="tx1"/>
              </a:fontRef>
            </p:style>
          </p:cxnSp>
          <p:sp>
            <p:nvSpPr>
              <p:cNvPr id="15" name="四角形: 角を丸くする 14">
                <a:extLst>
                  <a:ext uri="{FF2B5EF4-FFF2-40B4-BE49-F238E27FC236}">
                    <a16:creationId xmlns:a16="http://schemas.microsoft.com/office/drawing/2014/main" id="{F16579D7-43AD-44AD-FBE8-B1C3FA1D9C85}"/>
                  </a:ext>
                </a:extLst>
              </p:cNvPr>
              <p:cNvSpPr/>
              <p:nvPr/>
            </p:nvSpPr>
            <p:spPr>
              <a:xfrm>
                <a:off x="2000655" y="2422934"/>
                <a:ext cx="3333750" cy="47624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四角形: 角を丸くする 16">
                <a:extLst>
                  <a:ext uri="{FF2B5EF4-FFF2-40B4-BE49-F238E27FC236}">
                    <a16:creationId xmlns:a16="http://schemas.microsoft.com/office/drawing/2014/main" id="{6DE2E463-258A-2321-41DF-06135A75B0A3}"/>
                  </a:ext>
                </a:extLst>
              </p:cNvPr>
              <p:cNvSpPr/>
              <p:nvPr/>
            </p:nvSpPr>
            <p:spPr>
              <a:xfrm>
                <a:off x="2000655" y="3374993"/>
                <a:ext cx="3333750" cy="476248"/>
              </a:xfrm>
              <a:prstGeom prst="roundRect">
                <a:avLst/>
              </a:prstGeom>
              <a:solidFill>
                <a:schemeClr val="bg1">
                  <a:lumMod val="50000"/>
                </a:schemeClr>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t>待ち状態</a:t>
                </a:r>
              </a:p>
            </p:txBody>
          </p:sp>
          <p:cxnSp>
            <p:nvCxnSpPr>
              <p:cNvPr id="22" name="直線コネクタ 21">
                <a:extLst>
                  <a:ext uri="{FF2B5EF4-FFF2-40B4-BE49-F238E27FC236}">
                    <a16:creationId xmlns:a16="http://schemas.microsoft.com/office/drawing/2014/main" id="{0016B893-91EC-4B44-B3E5-9721C25F2C40}"/>
                  </a:ext>
                </a:extLst>
              </p:cNvPr>
              <p:cNvCxnSpPr/>
              <p:nvPr/>
            </p:nvCxnSpPr>
            <p:spPr>
              <a:xfrm>
                <a:off x="5334405" y="2085975"/>
                <a:ext cx="0" cy="2229863"/>
              </a:xfrm>
              <a:prstGeom prst="line">
                <a:avLst/>
              </a:prstGeom>
              <a:ln>
                <a:prstDash val="dash"/>
              </a:ln>
            </p:spPr>
            <p:style>
              <a:lnRef idx="2">
                <a:schemeClr val="dk1"/>
              </a:lnRef>
              <a:fillRef idx="0">
                <a:schemeClr val="dk1"/>
              </a:fillRef>
              <a:effectRef idx="1">
                <a:schemeClr val="dk1"/>
              </a:effectRef>
              <a:fontRef idx="minor">
                <a:schemeClr val="tx1"/>
              </a:fontRef>
            </p:style>
          </p:cxnSp>
          <p:sp>
            <p:nvSpPr>
              <p:cNvPr id="24" name="四角形: 角を丸くする 23">
                <a:extLst>
                  <a:ext uri="{FF2B5EF4-FFF2-40B4-BE49-F238E27FC236}">
                    <a16:creationId xmlns:a16="http://schemas.microsoft.com/office/drawing/2014/main" id="{7DBA92CF-3B26-9FF1-880A-14CCB9B20E6C}"/>
                  </a:ext>
                </a:extLst>
              </p:cNvPr>
              <p:cNvSpPr/>
              <p:nvPr/>
            </p:nvSpPr>
            <p:spPr>
              <a:xfrm>
                <a:off x="5334404" y="3374993"/>
                <a:ext cx="4362043" cy="476248"/>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kumimoji="1" lang="ja-JP" altLang="en-US" b="1" dirty="0"/>
                  <a:t>処理再開</a:t>
                </a:r>
              </a:p>
            </p:txBody>
          </p:sp>
          <p:sp>
            <p:nvSpPr>
              <p:cNvPr id="25" name="二等辺三角形 24">
                <a:extLst>
                  <a:ext uri="{FF2B5EF4-FFF2-40B4-BE49-F238E27FC236}">
                    <a16:creationId xmlns:a16="http://schemas.microsoft.com/office/drawing/2014/main" id="{73E3F09C-D819-2641-9EDE-E665552FD5BA}"/>
                  </a:ext>
                </a:extLst>
              </p:cNvPr>
              <p:cNvSpPr/>
              <p:nvPr/>
            </p:nvSpPr>
            <p:spPr>
              <a:xfrm rot="5400000">
                <a:off x="5344222" y="1878312"/>
                <a:ext cx="202844" cy="268201"/>
              </a:xfrm>
              <a:prstGeom prst="triangl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59535F82-6154-B4A5-E779-D90DBC434986}"/>
                  </a:ext>
                </a:extLst>
              </p:cNvPr>
              <p:cNvSpPr/>
              <p:nvPr/>
            </p:nvSpPr>
            <p:spPr>
              <a:xfrm>
                <a:off x="5311544" y="1924050"/>
                <a:ext cx="45719" cy="433183"/>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27" name="テキスト ボックス 26">
                <a:extLst>
                  <a:ext uri="{FF2B5EF4-FFF2-40B4-BE49-F238E27FC236}">
                    <a16:creationId xmlns:a16="http://schemas.microsoft.com/office/drawing/2014/main" id="{6FFB1713-3AAA-3224-A3C1-5C3CF9AE0CE2}"/>
                  </a:ext>
                </a:extLst>
              </p:cNvPr>
              <p:cNvSpPr txBox="1"/>
              <p:nvPr/>
            </p:nvSpPr>
            <p:spPr>
              <a:xfrm>
                <a:off x="5380124" y="1752066"/>
                <a:ext cx="1638299" cy="523220"/>
              </a:xfrm>
              <a:prstGeom prst="rect">
                <a:avLst/>
              </a:prstGeom>
              <a:noFill/>
            </p:spPr>
            <p:txBody>
              <a:bodyPr wrap="square" rtlCol="0">
                <a:spAutoFit/>
              </a:bodyPr>
              <a:lstStyle/>
              <a:p>
                <a:pPr algn="ctr"/>
                <a:r>
                  <a:rPr kumimoji="1" lang="ja-JP" altLang="en-US" sz="1400" dirty="0">
                    <a:latin typeface="メイリオ" panose="020B0604030504040204" pitchFamily="50" charset="-128"/>
                    <a:ea typeface="メイリオ" panose="020B0604030504040204" pitchFamily="50" charset="-128"/>
                  </a:rPr>
                  <a:t>イベント発生</a:t>
                </a:r>
                <a:endParaRPr kumimoji="1" lang="en-US" altLang="ja-JP" sz="1400" dirty="0">
                  <a:latin typeface="メイリオ" panose="020B0604030504040204" pitchFamily="50" charset="-128"/>
                  <a:ea typeface="メイリオ" panose="020B0604030504040204" pitchFamily="50" charset="-128"/>
                </a:endParaRPr>
              </a:p>
              <a:p>
                <a:pPr algn="ctr"/>
                <a:r>
                  <a:rPr kumimoji="1" lang="ja-JP" altLang="en-US" sz="1400" dirty="0">
                    <a:latin typeface="メイリオ" panose="020B0604030504040204" pitchFamily="50" charset="-128"/>
                    <a:ea typeface="メイリオ" panose="020B0604030504040204" pitchFamily="50" charset="-128"/>
                  </a:rPr>
                  <a:t>（フラグセット）</a:t>
                </a:r>
              </a:p>
            </p:txBody>
          </p:sp>
        </p:grpSp>
      </p:grpSp>
    </p:spTree>
    <p:extLst>
      <p:ext uri="{BB962C8B-B14F-4D97-AF65-F5344CB8AC3E}">
        <p14:creationId xmlns:p14="http://schemas.microsoft.com/office/powerpoint/2010/main" val="3810861605"/>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lgn="l">
          <a:defRPr kumimoji="1" dirty="0" smtClean="0">
            <a:latin typeface="メイリオ" panose="020B0604030504040204" pitchFamily="50" charset="-128"/>
            <a:ea typeface="メイリオ" panose="020B0604030504040204" pitchFamily="50" charset="-128"/>
          </a:defRPr>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769</TotalTime>
  <Words>459</Words>
  <Application>Microsoft Office PowerPoint</Application>
  <PresentationFormat>ワイド画面</PresentationFormat>
  <Paragraphs>80</Paragraphs>
  <Slides>4</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4</vt:i4>
      </vt:variant>
    </vt:vector>
  </HeadingPairs>
  <TitlesOfParts>
    <vt:vector size="10" baseType="lpstr">
      <vt:lpstr>メイリオ</vt:lpstr>
      <vt:lpstr>游ゴシック</vt:lpstr>
      <vt:lpstr>游ゴシック Light</vt:lpstr>
      <vt:lpstr>Arial</vt:lpstr>
      <vt:lpstr>Wingdings</vt:lpstr>
      <vt:lpstr>Office テーマ</vt:lpstr>
      <vt:lpstr>システムコール</vt:lpstr>
      <vt:lpstr>メモリ管理</vt:lpstr>
      <vt:lpstr>メモリ管理</vt:lpstr>
      <vt:lpstr>タスク間の同期</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宇都宮　稜</dc:creator>
  <cp:lastModifiedBy>Ryo Utsunomiya</cp:lastModifiedBy>
  <cp:revision>27</cp:revision>
  <dcterms:created xsi:type="dcterms:W3CDTF">2024-09-26T23:54:14Z</dcterms:created>
  <dcterms:modified xsi:type="dcterms:W3CDTF">2026-07-01T21:46:34Z</dcterms:modified>
</cp:coreProperties>
</file>
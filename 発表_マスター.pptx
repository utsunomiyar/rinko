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4"/>
  </p:notesMasterIdLst>
  <p:sldIdLst>
    <p:sldId id="270" r:id="rId2"/>
    <p:sldId id="26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  <a:srgbClr val="0F9ED5"/>
    <a:srgbClr val="FFFFFF"/>
    <a:srgbClr val="F2AA84"/>
    <a:srgbClr val="96DCF8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58" autoAdjust="0"/>
  </p:normalViewPr>
  <p:slideViewPr>
    <p:cSldViewPr snapToGrid="0">
      <p:cViewPr>
        <p:scale>
          <a:sx n="125" d="100"/>
          <a:sy n="125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F1BE-D1F7-46B6-91F1-DCB06C66FD2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031C7-3582-4DF6-9D75-4C1C525CF1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071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網目と節点でできた球">
            <a:extLst>
              <a:ext uri="{FF2B5EF4-FFF2-40B4-BE49-F238E27FC236}">
                <a16:creationId xmlns:a16="http://schemas.microsoft.com/office/drawing/2014/main" id="{85ED5974-8138-D0AA-AE09-46EAC39D75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30" b="23570"/>
          <a:stretch/>
        </p:blipFill>
        <p:spPr>
          <a:xfrm>
            <a:off x="0" y="2"/>
            <a:ext cx="12191979" cy="685799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8" name="タイトル 1">
            <a:extLst>
              <a:ext uri="{FF2B5EF4-FFF2-40B4-BE49-F238E27FC236}">
                <a16:creationId xmlns:a16="http://schemas.microsoft.com/office/drawing/2014/main" id="{D4D2A3FD-903F-7869-3A78-C2E2129CCF00}"/>
              </a:ext>
            </a:extLst>
          </p:cNvPr>
          <p:cNvSpPr txBox="1">
            <a:spLocks/>
          </p:cNvSpPr>
          <p:nvPr userDrawn="1"/>
        </p:nvSpPr>
        <p:spPr>
          <a:xfrm>
            <a:off x="589559" y="871312"/>
            <a:ext cx="6107803" cy="25086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altLang="ja-JP" sz="3600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endParaRPr lang="ja-JP" altLang="en-US" dirty="0">
              <a:solidFill>
                <a:srgbClr val="FFFFFF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927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入力欄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441376-3216-1D17-A652-DD6519472F13}"/>
              </a:ext>
            </a:extLst>
          </p:cNvPr>
          <p:cNvSpPr/>
          <p:nvPr userDrawn="1"/>
        </p:nvSpPr>
        <p:spPr>
          <a:xfrm>
            <a:off x="0" y="6542691"/>
            <a:ext cx="12192000" cy="315309"/>
          </a:xfrm>
          <a:prstGeom prst="rect">
            <a:avLst/>
          </a:prstGeom>
          <a:solidFill>
            <a:srgbClr val="0F9ED5"/>
          </a:solidFill>
          <a:ln>
            <a:solidFill>
              <a:srgbClr val="0F9E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643D91-BE50-20CA-41BD-E1505F37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6" y="189794"/>
            <a:ext cx="11972276" cy="544512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BD0034-37F9-347A-C08E-A57E0E57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75" y="881432"/>
            <a:ext cx="11972277" cy="5623351"/>
          </a:xfrm>
        </p:spPr>
        <p:txBody>
          <a:bodyPr/>
          <a:lstStyle>
            <a:lvl1pPr>
              <a:lnSpc>
                <a:spcPct val="88000"/>
              </a:lnSpc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>
              <a:lnSpc>
                <a:spcPct val="88000"/>
              </a:lnSpc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2pPr>
            <a:lvl3pPr>
              <a:lnSpc>
                <a:spcPct val="88000"/>
              </a:lnSpc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3pPr>
            <a:lvl4pPr>
              <a:lnSpc>
                <a:spcPct val="88000"/>
              </a:lnSpc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4pPr>
            <a:lvl5pPr>
              <a:lnSpc>
                <a:spcPct val="88000"/>
              </a:lnSpc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1AE6B8-7142-F1E7-9071-C74A3691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552" y="6604986"/>
            <a:ext cx="2743200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F261CD73-6629-45BF-A740-47428418DA8B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C7F659F-796B-42C0-592E-5B48632E3117}"/>
              </a:ext>
            </a:extLst>
          </p:cNvPr>
          <p:cNvCxnSpPr/>
          <p:nvPr userDrawn="1"/>
        </p:nvCxnSpPr>
        <p:spPr>
          <a:xfrm>
            <a:off x="0" y="781235"/>
            <a:ext cx="12192000" cy="0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79A9B8-DF4D-C3F1-B948-F5D89CF9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2924" y="6604986"/>
            <a:ext cx="6266152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日付プレースホルダー 4">
            <a:extLst>
              <a:ext uri="{FF2B5EF4-FFF2-40B4-BE49-F238E27FC236}">
                <a16:creationId xmlns:a16="http://schemas.microsoft.com/office/drawing/2014/main" id="{549DFD3E-B546-BF52-59ED-62CB1F66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76" y="6604985"/>
            <a:ext cx="2743200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DA683B38-00E3-45A0-BCDE-C4F527AD9593}" type="datetime1">
              <a:rPr lang="ja-JP" altLang="en-US" smtClean="0"/>
              <a:t>2026/7/1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235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入力欄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9D9CA1-BA6B-49F3-2208-7B5F54C72E1F}"/>
              </a:ext>
            </a:extLst>
          </p:cNvPr>
          <p:cNvSpPr/>
          <p:nvPr userDrawn="1"/>
        </p:nvSpPr>
        <p:spPr>
          <a:xfrm>
            <a:off x="0" y="6542691"/>
            <a:ext cx="12192000" cy="315309"/>
          </a:xfrm>
          <a:prstGeom prst="rect">
            <a:avLst/>
          </a:prstGeom>
          <a:solidFill>
            <a:srgbClr val="0F9ED5"/>
          </a:solidFill>
          <a:ln>
            <a:solidFill>
              <a:srgbClr val="0F9E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643D91-BE50-20CA-41BD-E1505F37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6" y="189794"/>
            <a:ext cx="11972276" cy="544512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1AE6B8-7142-F1E7-9071-C74A3691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1552" y="6604986"/>
            <a:ext cx="2743200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F261CD73-6629-45BF-A740-47428418DA8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C7F659F-796B-42C0-592E-5B48632E3117}"/>
              </a:ext>
            </a:extLst>
          </p:cNvPr>
          <p:cNvCxnSpPr/>
          <p:nvPr userDrawn="1"/>
        </p:nvCxnSpPr>
        <p:spPr>
          <a:xfrm>
            <a:off x="0" y="781235"/>
            <a:ext cx="12192000" cy="0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" name="日付プレースホルダー 4">
            <a:extLst>
              <a:ext uri="{FF2B5EF4-FFF2-40B4-BE49-F238E27FC236}">
                <a16:creationId xmlns:a16="http://schemas.microsoft.com/office/drawing/2014/main" id="{ADB01EAC-10EA-6F3F-1333-B00E115C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76" y="6604985"/>
            <a:ext cx="2743200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1B6AE3B0-578C-47A4-8FAD-22B29820DD9C}" type="datetime1">
              <a:rPr lang="ja-JP" altLang="en-US" smtClean="0"/>
              <a:t>2026/7/1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4F5A47-C8DD-8114-864D-98599875A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2924" y="6604986"/>
            <a:ext cx="6266152" cy="22745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5574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7EEE6-AD08-D8A3-B3FE-46B62C48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432E64-EC9B-9390-39FF-298B060E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F8329E-3DF2-2312-61AC-30D5517D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1DFFE-0549-448A-A3F2-82EC2235170D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2C9EC3-526F-064F-9CCB-86C94F41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19134A-832E-490C-F3D7-4917BCF17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32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4AAE2D-CF39-6DEA-80AE-12EC20F5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B3A70D-3AD0-F585-97D6-A3AC3EC2B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13AD92-6B82-ACBF-3ED6-5B440244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1FA03-2C70-4D23-BCC7-B8ED9DECD9C4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8859F7-DC0E-CC52-7413-7C10EC36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CF79BF-CB75-8E7A-F265-0744E2E6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917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B4C76-C2D5-E326-65B6-AFECB5CC2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62E0ED0-B70F-E49D-AFE0-74C984FCA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28F065-63AC-B2E1-4945-94BA39B6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E0A-8A1C-4341-B8ED-56F2E24E5610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B835B1-344A-753D-ABDC-F38AB461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B0DF9C-B5A2-DA0B-9F51-64EAFC56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04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6FC16C-7030-537C-D308-3AC496D8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7D60E6-C99E-2C58-482E-99A21FFD8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B17D0A-D3A5-CC98-4473-EFDD0D7B2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3DB037-FC31-5EA5-E337-B75E589D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0D71D-ED87-4D2D-BA86-915133C22D0A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0770A7-00E4-C82E-C02A-B04BCE63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150ADB-E037-9F01-5AD1-17036FFAA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105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1ACFCC-EDCC-8F54-7C39-53C1AA87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332B9D-914E-D5C5-1CE1-65C3FF572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138485-377B-7B85-EBE7-B6D0E33A6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166C30F-AAC1-16D3-8679-D54C2C399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06DA12-B1E4-2204-28D2-F7B378963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AA55CE-1E52-7FF7-0A58-B4779AAA5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B6D2-5CE3-4A29-9DDE-7B7E34288B21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427C780-F700-4496-CB94-8459AB57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3A7DAA-CFA0-868C-BDB9-2F2A9DF2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88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4A0AE-9FEC-5D6F-03EA-FC2B83B7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6FED8B-8776-8CD8-3C5C-B92AB88A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A88-3474-4A1B-AB86-893B0E140F0C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CA2D12-3602-FA43-5F3D-649A526D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C5E8D07-D605-A500-AAF3-507CCB1A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422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34BAA6-1DEC-CE96-8A55-40D23A44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CAD0D-C12C-4934-A9D7-E9B3B5B7E62B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5AFDEE-E285-80E2-3866-A5E66B3A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4CD3841-DA6A-1AB1-765E-F0480F68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82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2F21C0-288E-A950-C36A-53F028BB3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FDC9ED-591E-5297-C060-AA5C1C76B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869894-4C4F-BF80-060A-5739B74CC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3BEB9F-B2DC-7EAB-92EC-35169617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6578-38B6-4266-96CC-25538E204C7A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278ACB-8DD3-512F-3F4E-65FC1BED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4757CD-CA67-9396-B3ED-FD0AF1A05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973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3E08B7-B0F5-7255-ED75-EB6509715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7B019A-602C-51BA-E16E-7636E0419A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4E5C4D-1504-084B-305D-03D4368A6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15C74D-F7B9-1D99-BB56-2D7751BE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83AFB-8595-4CFD-B5DF-B659E2D451AD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E5D910-68AF-8D11-AECF-F8D0FE0B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EA42BF-ECE8-687C-7E6E-115E3F29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573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E34A34-CC89-AC1E-E937-D0A1D8BF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8DD2EC-1EE5-7FCF-42B4-A7472DB91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BCA181-8365-07EC-BAF0-A2E7EC9D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7950A-156A-4870-82C1-21FB28B18D7A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7C319-F172-3446-36F6-AE15AEEC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1C7457-8081-8431-F964-6FA58D0B3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9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B8A122-671E-0C7A-7595-AAF68883D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CAC87F-EBD1-D5E7-F03E-F3B4DE2ED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03B3A-F364-0900-1DC2-9FEBB8480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AE41-DF97-40B0-818B-2CFEB4426CAE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FEAC80-84DE-A039-AB71-DB645799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31E602-84B6-5786-3215-DA2F8BA2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5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BC7CDF-6FE6-390A-C596-5D38AC35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62869C-D36A-B745-1A88-ACF1A5F25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818AF8-F92B-071D-D524-51873416E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93E2CF-7777-4755-A3D5-A791644F8DE6}" type="datetime1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96A924-3A60-3F8B-BF2C-98650428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087742-1028-5FA1-8182-55985D7FF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20C68-13AD-403E-854E-A4E799757C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87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50" r:id="rId4"/>
    <p:sldLayoutId id="2147483651" r:id="rId5"/>
    <p:sldLayoutId id="2147483649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5FE25-03D5-5B4C-9829-5330DCF19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B5FE602-F0D2-90B8-0454-5FB7D6499A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2476" y="881432"/>
                <a:ext cx="11972276" cy="562335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kumimoji="1" lang="en-US" altLang="ja-JP" dirty="0"/>
                  <a:t>AD</a:t>
                </a:r>
                <a:r>
                  <a:rPr kumimoji="1" lang="ja-JP" altLang="en-US" dirty="0"/>
                  <a:t>変換（逐次比較法）</a:t>
                </a:r>
                <a:endParaRPr kumimoji="1" lang="en-US" altLang="ja-JP" dirty="0"/>
              </a:p>
              <a:p>
                <a:r>
                  <a:rPr lang="ja-JP" altLang="en-US" dirty="0"/>
                  <a:t>電源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電圧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ja-JP" altLang="en-US" dirty="0"/>
                  <a:t>を用意</a:t>
                </a:r>
                <a:r>
                  <a:rPr lang="en-US" altLang="ja-JP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kumimoji="1" lang="ja-JP" altLang="en-US" sz="2400" dirty="0"/>
                  <a:t>変換したい電圧</a:t>
                </a:r>
                <a14:m>
                  <m:oMath xmlns:m="http://schemas.openxmlformats.org/officeDocument/2006/math"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kumimoji="1" lang="ja-JP" altLang="en-US" sz="2400" dirty="0"/>
                  <a:t>比較</a:t>
                </a:r>
                <a:endParaRPr kumimoji="1" lang="en-US" altLang="ja-JP" sz="24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0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ja-JP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kumimoji="1" lang="ja-JP" altLang="en-US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kumimoji="1"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を比較</a:t>
                </a:r>
                <a:endParaRPr kumimoji="1" lang="en-US" altLang="ja-JP" sz="24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0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ja-JP" sz="20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ja-JP" altLang="en-US" sz="2400" dirty="0"/>
                  <a:t>を比較</a:t>
                </a:r>
                <a:endParaRPr lang="en-US" altLang="ja-JP" sz="24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0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ja-JP" altLang="en-US" sz="2400" dirty="0"/>
                  <a:t>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ja-JP" altLang="en-US" sz="2400" dirty="0"/>
                  <a:t>を比較</a:t>
                </a:r>
                <a:endParaRPr lang="en-US" altLang="ja-JP" sz="24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sz="2000" dirty="0"/>
              </a:p>
              <a:p>
                <a:pPr marL="97155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で表す</a:t>
                </a:r>
                <a:endParaRPr lang="en-US" altLang="ja-JP" sz="2400" dirty="0"/>
              </a:p>
              <a:p>
                <a:pPr marL="514350" indent="-514350">
                  <a:buFont typeface="+mj-lt"/>
                  <a:buAutoNum type="arabicPeriod"/>
                </a:pPr>
                <a:endParaRPr kumimoji="1" lang="en-US" altLang="ja-JP" dirty="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B5FE602-F0D2-90B8-0454-5FB7D6499A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2476" y="881432"/>
                <a:ext cx="11972276" cy="5623351"/>
              </a:xfrm>
              <a:blipFill>
                <a:blip r:embed="rId2"/>
                <a:stretch>
                  <a:fillRect l="-1018" t="-2386" b="-141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9195E3-68B1-701D-4748-33141E41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CD73-6629-45BF-A740-47428418DA8B}" type="slidenum">
              <a:rPr lang="ja-JP" altLang="en-US" smtClean="0"/>
              <a:pPr/>
              <a:t>0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33AA98-6F7C-1181-BE21-EFDB150A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FCAB282-6599-5654-B77A-D7BA96E6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3B38-00E3-45A0-BCDE-C4F527AD9593}" type="datetime1">
              <a:rPr lang="ja-JP" altLang="en-US" smtClean="0"/>
              <a:t>2026/7/1</a:t>
            </a:fld>
            <a:endParaRPr lang="ja-JP" altLang="en-US"/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2126AA5E-71A8-878A-07BD-75D34ABF2EC5}"/>
              </a:ext>
            </a:extLst>
          </p:cNvPr>
          <p:cNvGrpSpPr/>
          <p:nvPr/>
        </p:nvGrpSpPr>
        <p:grpSpPr>
          <a:xfrm>
            <a:off x="7022311" y="1386968"/>
            <a:ext cx="2005891" cy="1483502"/>
            <a:chOff x="7022311" y="1386968"/>
            <a:chExt cx="2005891" cy="1483502"/>
          </a:xfrm>
        </p:grpSpPr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71D72C8F-BD9F-B1F7-8C58-85CC6B687928}"/>
                </a:ext>
              </a:extLst>
            </p:cNvPr>
            <p:cNvGrpSpPr/>
            <p:nvPr/>
          </p:nvGrpSpPr>
          <p:grpSpPr>
            <a:xfrm>
              <a:off x="7022311" y="1386968"/>
              <a:ext cx="2005891" cy="1483502"/>
              <a:chOff x="7022311" y="1386968"/>
              <a:chExt cx="2005891" cy="1483502"/>
            </a:xfrm>
          </p:grpSpPr>
          <p:grpSp>
            <p:nvGrpSpPr>
              <p:cNvPr id="41" name="グループ化 40">
                <a:extLst>
                  <a:ext uri="{FF2B5EF4-FFF2-40B4-BE49-F238E27FC236}">
                    <a16:creationId xmlns:a16="http://schemas.microsoft.com/office/drawing/2014/main" id="{5FB23546-A8A5-DFE5-2820-58B3D075EA33}"/>
                  </a:ext>
                </a:extLst>
              </p:cNvPr>
              <p:cNvGrpSpPr/>
              <p:nvPr/>
            </p:nvGrpSpPr>
            <p:grpSpPr>
              <a:xfrm>
                <a:off x="7022311" y="1562100"/>
                <a:ext cx="2005891" cy="1308370"/>
                <a:chOff x="7022311" y="1562100"/>
                <a:chExt cx="2005891" cy="1308370"/>
              </a:xfrm>
            </p:grpSpPr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269908EC-E79E-93CC-6673-555BF2879B3E}"/>
                    </a:ext>
                  </a:extLst>
                </p:cNvPr>
                <p:cNvCxnSpPr/>
                <p:nvPr/>
              </p:nvCxnSpPr>
              <p:spPr>
                <a:xfrm>
                  <a:off x="7462433" y="1795462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5A8E1EE2-036F-DC4D-EDAB-43B576404D44}"/>
                    </a:ext>
                  </a:extLst>
                </p:cNvPr>
                <p:cNvCxnSpPr/>
                <p:nvPr/>
              </p:nvCxnSpPr>
              <p:spPr>
                <a:xfrm>
                  <a:off x="7462433" y="2257425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4" name="グループ化 33">
                  <a:extLst>
                    <a:ext uri="{FF2B5EF4-FFF2-40B4-BE49-F238E27FC236}">
                      <a16:creationId xmlns:a16="http://schemas.microsoft.com/office/drawing/2014/main" id="{B359631E-E4C1-B35C-BB56-E3B0783A26F2}"/>
                    </a:ext>
                  </a:extLst>
                </p:cNvPr>
                <p:cNvGrpSpPr/>
                <p:nvPr/>
              </p:nvGrpSpPr>
              <p:grpSpPr>
                <a:xfrm>
                  <a:off x="7022311" y="1562100"/>
                  <a:ext cx="2005891" cy="1308370"/>
                  <a:chOff x="7022311" y="1562100"/>
                  <a:chExt cx="2005891" cy="1308370"/>
                </a:xfrm>
              </p:grpSpPr>
              <p:grpSp>
                <p:nvGrpSpPr>
                  <p:cNvPr id="18" name="グループ化 17">
                    <a:extLst>
                      <a:ext uri="{FF2B5EF4-FFF2-40B4-BE49-F238E27FC236}">
                        <a16:creationId xmlns:a16="http://schemas.microsoft.com/office/drawing/2014/main" id="{FFDD07A8-E7D9-1293-8ABC-B9A5A7E26F46}"/>
                      </a:ext>
                    </a:extLst>
                  </p:cNvPr>
                  <p:cNvGrpSpPr/>
                  <p:nvPr/>
                </p:nvGrpSpPr>
                <p:grpSpPr>
                  <a:xfrm>
                    <a:off x="7365752" y="1562100"/>
                    <a:ext cx="1662450" cy="1308370"/>
                    <a:chOff x="6769100" y="937260"/>
                    <a:chExt cx="1955800" cy="1539240"/>
                  </a:xfrm>
                </p:grpSpPr>
                <p:cxnSp>
                  <p:nvCxnSpPr>
                    <p:cNvPr id="12" name="直線矢印コネクタ 11">
                      <a:extLst>
                        <a:ext uri="{FF2B5EF4-FFF2-40B4-BE49-F238E27FC236}">
                          <a16:creationId xmlns:a16="http://schemas.microsoft.com/office/drawing/2014/main" id="{FA67AD2B-A225-7DE6-372C-E49F3A0384E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69100" y="2235200"/>
                      <a:ext cx="1955800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" name="直線矢印コネクタ 12">
                      <a:extLst>
                        <a:ext uri="{FF2B5EF4-FFF2-40B4-BE49-F238E27FC236}">
                          <a16:creationId xmlns:a16="http://schemas.microsoft.com/office/drawing/2014/main" id="{7019D10E-19DD-01C8-DF87-00593CF0FB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950075" y="937260"/>
                      <a:ext cx="0" cy="153924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1" name="テキスト ボックス 30">
                        <a:extLst>
                          <a:ext uri="{FF2B5EF4-FFF2-40B4-BE49-F238E27FC236}">
                            <a16:creationId xmlns:a16="http://schemas.microsoft.com/office/drawing/2014/main" id="{78C8A130-3726-1858-C12E-BF55A648CE0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1" name="テキスト ボックス 30">
                        <a:extLst>
                          <a:ext uri="{FF2B5EF4-FFF2-40B4-BE49-F238E27FC236}">
                            <a16:creationId xmlns:a16="http://schemas.microsoft.com/office/drawing/2014/main" id="{78C8A130-3726-1858-C12E-BF55A648CE0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8065" b="-20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3" name="テキスト ボックス 32">
                        <a:extLst>
                          <a:ext uri="{FF2B5EF4-FFF2-40B4-BE49-F238E27FC236}">
                            <a16:creationId xmlns:a16="http://schemas.microsoft.com/office/drawing/2014/main" id="{747EB36E-D1C6-F893-8549-9AF9CBE725E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3" name="テキスト ボックス 32">
                        <a:extLst>
                          <a:ext uri="{FF2B5EF4-FFF2-40B4-BE49-F238E27FC236}">
                            <a16:creationId xmlns:a16="http://schemas.microsoft.com/office/drawing/2014/main" id="{747EB36E-D1C6-F893-8549-9AF9CBE725E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B34C8158-3D83-2F17-ED55-C4F06C757AE0}"/>
                      </a:ext>
                    </a:extLst>
                  </p:cNvPr>
                  <p:cNvSpPr txBox="1"/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oMath>
                      </m:oMathPara>
                    </a14:m>
                    <a:endParaRPr kumimoji="1" lang="ja-JP" altLang="en-US" sz="1200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mc:Choice>
            <mc:Fallback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B34C8158-3D83-2F17-ED55-C4F06C757A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2564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DBC63029-703B-F908-BE55-F762AC35E090}"/>
                </a:ext>
              </a:extLst>
            </p:cNvPr>
            <p:cNvCxnSpPr/>
            <p:nvPr/>
          </p:nvCxnSpPr>
          <p:spPr>
            <a:xfrm>
              <a:off x="7519583" y="2147889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EF02DFF5-4C17-2D7D-D0D7-973CFA488DF1}"/>
                    </a:ext>
                  </a:extLst>
                </p:cNvPr>
                <p:cNvSpPr txBox="1"/>
                <p:nvPr/>
              </p:nvSpPr>
              <p:spPr>
                <a:xfrm>
                  <a:off x="7295203" y="2018044"/>
                  <a:ext cx="2267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𝑉</m:t>
                        </m:r>
                      </m:oMath>
                    </m:oMathPara>
                  </a14:m>
                  <a:endParaRPr kumimoji="1" lang="ja-JP" altLang="en-US" sz="12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mc:Choice>
          <mc:Fallback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EF02DFF5-4C17-2D7D-D0D7-973CFA488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03" y="2018044"/>
                  <a:ext cx="226763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73B712F2-2087-D389-2FBE-2DE6186E8B2D}"/>
                </a:ext>
              </a:extLst>
            </p:cNvPr>
            <p:cNvCxnSpPr/>
            <p:nvPr/>
          </p:nvCxnSpPr>
          <p:spPr>
            <a:xfrm>
              <a:off x="7519583" y="2257425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2FC4C595-BA47-68DA-B924-6F96CB83F486}"/>
              </a:ext>
            </a:extLst>
          </p:cNvPr>
          <p:cNvGrpSpPr/>
          <p:nvPr/>
        </p:nvGrpSpPr>
        <p:grpSpPr>
          <a:xfrm>
            <a:off x="7022311" y="3081399"/>
            <a:ext cx="2005891" cy="1483502"/>
            <a:chOff x="7022311" y="3081399"/>
            <a:chExt cx="2005891" cy="1483502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91B6574D-AC24-C043-AE1F-24C438B3887E}"/>
                </a:ext>
              </a:extLst>
            </p:cNvPr>
            <p:cNvGrpSpPr/>
            <p:nvPr/>
          </p:nvGrpSpPr>
          <p:grpSpPr>
            <a:xfrm>
              <a:off x="7022311" y="3081399"/>
              <a:ext cx="2005891" cy="1483502"/>
              <a:chOff x="7022311" y="1386968"/>
              <a:chExt cx="2005891" cy="1483502"/>
            </a:xfrm>
          </p:grpSpPr>
          <p:grpSp>
            <p:nvGrpSpPr>
              <p:cNvPr id="55" name="グループ化 54">
                <a:extLst>
                  <a:ext uri="{FF2B5EF4-FFF2-40B4-BE49-F238E27FC236}">
                    <a16:creationId xmlns:a16="http://schemas.microsoft.com/office/drawing/2014/main" id="{2820D59E-06E0-AF4F-6F80-6C008A0CA798}"/>
                  </a:ext>
                </a:extLst>
              </p:cNvPr>
              <p:cNvGrpSpPr/>
              <p:nvPr/>
            </p:nvGrpSpPr>
            <p:grpSpPr>
              <a:xfrm>
                <a:off x="7022311" y="1562100"/>
                <a:ext cx="2005891" cy="1308370"/>
                <a:chOff x="7022311" y="1562100"/>
                <a:chExt cx="2005891" cy="1308370"/>
              </a:xfrm>
            </p:grpSpPr>
            <p:cxnSp>
              <p:nvCxnSpPr>
                <p:cNvPr id="57" name="直線コネクタ 56">
                  <a:extLst>
                    <a:ext uri="{FF2B5EF4-FFF2-40B4-BE49-F238E27FC236}">
                      <a16:creationId xmlns:a16="http://schemas.microsoft.com/office/drawing/2014/main" id="{5550E9B2-1753-982B-C7DE-55AF07E0EA31}"/>
                    </a:ext>
                  </a:extLst>
                </p:cNvPr>
                <p:cNvCxnSpPr/>
                <p:nvPr/>
              </p:nvCxnSpPr>
              <p:spPr>
                <a:xfrm>
                  <a:off x="7462433" y="1795462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線コネクタ 57">
                  <a:extLst>
                    <a:ext uri="{FF2B5EF4-FFF2-40B4-BE49-F238E27FC236}">
                      <a16:creationId xmlns:a16="http://schemas.microsoft.com/office/drawing/2014/main" id="{54D8AC8E-8375-5736-BCC3-3B793E8D3173}"/>
                    </a:ext>
                  </a:extLst>
                </p:cNvPr>
                <p:cNvCxnSpPr/>
                <p:nvPr/>
              </p:nvCxnSpPr>
              <p:spPr>
                <a:xfrm>
                  <a:off x="7462433" y="2257425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59" name="グループ化 58">
                  <a:extLst>
                    <a:ext uri="{FF2B5EF4-FFF2-40B4-BE49-F238E27FC236}">
                      <a16:creationId xmlns:a16="http://schemas.microsoft.com/office/drawing/2014/main" id="{746FB8AD-83F3-2770-F862-A82DFD0B9AC4}"/>
                    </a:ext>
                  </a:extLst>
                </p:cNvPr>
                <p:cNvGrpSpPr/>
                <p:nvPr/>
              </p:nvGrpSpPr>
              <p:grpSpPr>
                <a:xfrm>
                  <a:off x="7022311" y="1562100"/>
                  <a:ext cx="2005891" cy="1308370"/>
                  <a:chOff x="7022311" y="1562100"/>
                  <a:chExt cx="2005891" cy="1308370"/>
                </a:xfrm>
              </p:grpSpPr>
              <p:grpSp>
                <p:nvGrpSpPr>
                  <p:cNvPr id="60" name="グループ化 59">
                    <a:extLst>
                      <a:ext uri="{FF2B5EF4-FFF2-40B4-BE49-F238E27FC236}">
                        <a16:creationId xmlns:a16="http://schemas.microsoft.com/office/drawing/2014/main" id="{630C173B-D3D0-75C3-EBC9-C3D8790D4EE6}"/>
                      </a:ext>
                    </a:extLst>
                  </p:cNvPr>
                  <p:cNvGrpSpPr/>
                  <p:nvPr/>
                </p:nvGrpSpPr>
                <p:grpSpPr>
                  <a:xfrm>
                    <a:off x="7365752" y="1562100"/>
                    <a:ext cx="1662450" cy="1308370"/>
                    <a:chOff x="6769100" y="937260"/>
                    <a:chExt cx="1955800" cy="1539240"/>
                  </a:xfrm>
                </p:grpSpPr>
                <p:cxnSp>
                  <p:nvCxnSpPr>
                    <p:cNvPr id="63" name="直線矢印コネクタ 62">
                      <a:extLst>
                        <a:ext uri="{FF2B5EF4-FFF2-40B4-BE49-F238E27FC236}">
                          <a16:creationId xmlns:a16="http://schemas.microsoft.com/office/drawing/2014/main" id="{3E8EF402-8510-D668-2067-6F94F0875D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69100" y="2235200"/>
                      <a:ext cx="1955800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" name="直線矢印コネクタ 63">
                      <a:extLst>
                        <a:ext uri="{FF2B5EF4-FFF2-40B4-BE49-F238E27FC236}">
                          <a16:creationId xmlns:a16="http://schemas.microsoft.com/office/drawing/2014/main" id="{0EC23DFD-12FE-0CC3-F99A-E31B1D3BF6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950075" y="937260"/>
                      <a:ext cx="0" cy="153924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1" name="テキスト ボックス 60">
                        <a:extLst>
                          <a:ext uri="{FF2B5EF4-FFF2-40B4-BE49-F238E27FC236}">
                            <a16:creationId xmlns:a16="http://schemas.microsoft.com/office/drawing/2014/main" id="{9E333F32-A6E8-897B-C77E-EDAD11B10C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1" name="テキスト ボックス 60">
                        <a:extLst>
                          <a:ext uri="{FF2B5EF4-FFF2-40B4-BE49-F238E27FC236}">
                            <a16:creationId xmlns:a16="http://schemas.microsoft.com/office/drawing/2014/main" id="{9E333F32-A6E8-897B-C77E-EDAD11B10C8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8065" b="-20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2" name="テキスト ボックス 61">
                        <a:extLst>
                          <a:ext uri="{FF2B5EF4-FFF2-40B4-BE49-F238E27FC236}">
                            <a16:creationId xmlns:a16="http://schemas.microsoft.com/office/drawing/2014/main" id="{C9B608BD-D531-C286-3522-8EB07DAEFE6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2" name="テキスト ボックス 61">
                        <a:extLst>
                          <a:ext uri="{FF2B5EF4-FFF2-40B4-BE49-F238E27FC236}">
                            <a16:creationId xmlns:a16="http://schemas.microsoft.com/office/drawing/2014/main" id="{C9B608BD-D531-C286-3522-8EB07DAEFE6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テキスト ボックス 55">
                    <a:extLst>
                      <a:ext uri="{FF2B5EF4-FFF2-40B4-BE49-F238E27FC236}">
                        <a16:creationId xmlns:a16="http://schemas.microsoft.com/office/drawing/2014/main" id="{84F6F3CA-503E-74C8-8649-ADA8E6F2B9BA}"/>
                      </a:ext>
                    </a:extLst>
                  </p:cNvPr>
                  <p:cNvSpPr txBox="1"/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oMath>
                      </m:oMathPara>
                    </a14:m>
                    <a:endParaRPr kumimoji="1" lang="ja-JP" altLang="en-US" sz="1200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mc:Choice>
            <mc:Fallback>
              <p:sp>
                <p:nvSpPr>
                  <p:cNvPr id="56" name="テキスト ボックス 55">
                    <a:extLst>
                      <a:ext uri="{FF2B5EF4-FFF2-40B4-BE49-F238E27FC236}">
                        <a16:creationId xmlns:a16="http://schemas.microsoft.com/office/drawing/2014/main" id="{84F6F3CA-503E-74C8-8649-ADA8E6F2B9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2564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7B576CDA-BE7F-08B0-5AE9-F7AEA501E97A}"/>
                </a:ext>
              </a:extLst>
            </p:cNvPr>
            <p:cNvCxnSpPr/>
            <p:nvPr/>
          </p:nvCxnSpPr>
          <p:spPr>
            <a:xfrm>
              <a:off x="7549074" y="3951856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5E1B9577-A302-E584-36A2-5CA660DB1BC7}"/>
                </a:ext>
              </a:extLst>
            </p:cNvPr>
            <p:cNvCxnSpPr/>
            <p:nvPr/>
          </p:nvCxnSpPr>
          <p:spPr>
            <a:xfrm>
              <a:off x="7519583" y="4081919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F41C3939-CF45-7A43-4713-1DDFF99E9F2E}"/>
                    </a:ext>
                  </a:extLst>
                </p:cNvPr>
                <p:cNvSpPr txBox="1"/>
                <p:nvPr/>
              </p:nvSpPr>
              <p:spPr>
                <a:xfrm>
                  <a:off x="7323778" y="3943577"/>
                  <a:ext cx="2267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𝑉</m:t>
                        </m:r>
                      </m:oMath>
                    </m:oMathPara>
                  </a14:m>
                  <a:endParaRPr kumimoji="1" lang="ja-JP" altLang="en-US" sz="12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mc:Choice>
          <mc:Fallback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F41C3939-CF45-7A43-4713-1DDFF99E9F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3778" y="3943577"/>
                  <a:ext cx="226763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7D4FFDD5-0C23-474D-45E0-3B0A686B5544}"/>
              </a:ext>
            </a:extLst>
          </p:cNvPr>
          <p:cNvGrpSpPr/>
          <p:nvPr/>
        </p:nvGrpSpPr>
        <p:grpSpPr>
          <a:xfrm>
            <a:off x="9379748" y="1386968"/>
            <a:ext cx="2005891" cy="1483502"/>
            <a:chOff x="7022311" y="1386968"/>
            <a:chExt cx="2005891" cy="1483502"/>
          </a:xfrm>
        </p:grpSpPr>
        <p:grpSp>
          <p:nvGrpSpPr>
            <p:cNvPr id="92" name="グループ化 91">
              <a:extLst>
                <a:ext uri="{FF2B5EF4-FFF2-40B4-BE49-F238E27FC236}">
                  <a16:creationId xmlns:a16="http://schemas.microsoft.com/office/drawing/2014/main" id="{65BAEEAA-2CE2-895C-40A6-3618969D1C43}"/>
                </a:ext>
              </a:extLst>
            </p:cNvPr>
            <p:cNvGrpSpPr/>
            <p:nvPr/>
          </p:nvGrpSpPr>
          <p:grpSpPr>
            <a:xfrm>
              <a:off x="7022311" y="1386968"/>
              <a:ext cx="2005891" cy="1483502"/>
              <a:chOff x="7022311" y="1386968"/>
              <a:chExt cx="2005891" cy="1483502"/>
            </a:xfrm>
          </p:grpSpPr>
          <p:grpSp>
            <p:nvGrpSpPr>
              <p:cNvPr id="96" name="グループ化 95">
                <a:extLst>
                  <a:ext uri="{FF2B5EF4-FFF2-40B4-BE49-F238E27FC236}">
                    <a16:creationId xmlns:a16="http://schemas.microsoft.com/office/drawing/2014/main" id="{41BB6A2C-76CA-2139-5A9E-37736CE59C45}"/>
                  </a:ext>
                </a:extLst>
              </p:cNvPr>
              <p:cNvGrpSpPr/>
              <p:nvPr/>
            </p:nvGrpSpPr>
            <p:grpSpPr>
              <a:xfrm>
                <a:off x="7022311" y="1562100"/>
                <a:ext cx="2005891" cy="1308370"/>
                <a:chOff x="7022311" y="1562100"/>
                <a:chExt cx="2005891" cy="1308370"/>
              </a:xfrm>
            </p:grpSpPr>
            <p:cxnSp>
              <p:nvCxnSpPr>
                <p:cNvPr id="98" name="直線コネクタ 97">
                  <a:extLst>
                    <a:ext uri="{FF2B5EF4-FFF2-40B4-BE49-F238E27FC236}">
                      <a16:creationId xmlns:a16="http://schemas.microsoft.com/office/drawing/2014/main" id="{D45C46C4-2D96-DF14-304B-3C42CB3EB1C2}"/>
                    </a:ext>
                  </a:extLst>
                </p:cNvPr>
                <p:cNvCxnSpPr/>
                <p:nvPr/>
              </p:nvCxnSpPr>
              <p:spPr>
                <a:xfrm>
                  <a:off x="7462433" y="1795462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線コネクタ 98">
                  <a:extLst>
                    <a:ext uri="{FF2B5EF4-FFF2-40B4-BE49-F238E27FC236}">
                      <a16:creationId xmlns:a16="http://schemas.microsoft.com/office/drawing/2014/main" id="{7437E551-F472-B291-4809-647C980D4DC7}"/>
                    </a:ext>
                  </a:extLst>
                </p:cNvPr>
                <p:cNvCxnSpPr/>
                <p:nvPr/>
              </p:nvCxnSpPr>
              <p:spPr>
                <a:xfrm>
                  <a:off x="7462433" y="2257425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00" name="グループ化 99">
                  <a:extLst>
                    <a:ext uri="{FF2B5EF4-FFF2-40B4-BE49-F238E27FC236}">
                      <a16:creationId xmlns:a16="http://schemas.microsoft.com/office/drawing/2014/main" id="{939B46F4-FC91-24CA-8BE0-3D520EB87D01}"/>
                    </a:ext>
                  </a:extLst>
                </p:cNvPr>
                <p:cNvGrpSpPr/>
                <p:nvPr/>
              </p:nvGrpSpPr>
              <p:grpSpPr>
                <a:xfrm>
                  <a:off x="7022311" y="1562100"/>
                  <a:ext cx="2005891" cy="1308370"/>
                  <a:chOff x="7022311" y="1562100"/>
                  <a:chExt cx="2005891" cy="1308370"/>
                </a:xfrm>
              </p:grpSpPr>
              <p:grpSp>
                <p:nvGrpSpPr>
                  <p:cNvPr id="101" name="グループ化 100">
                    <a:extLst>
                      <a:ext uri="{FF2B5EF4-FFF2-40B4-BE49-F238E27FC236}">
                        <a16:creationId xmlns:a16="http://schemas.microsoft.com/office/drawing/2014/main" id="{6F8653B0-C455-7B0B-4375-343C48FEA838}"/>
                      </a:ext>
                    </a:extLst>
                  </p:cNvPr>
                  <p:cNvGrpSpPr/>
                  <p:nvPr/>
                </p:nvGrpSpPr>
                <p:grpSpPr>
                  <a:xfrm>
                    <a:off x="7365752" y="1562100"/>
                    <a:ext cx="1662450" cy="1308370"/>
                    <a:chOff x="6769100" y="937260"/>
                    <a:chExt cx="1955800" cy="1539240"/>
                  </a:xfrm>
                </p:grpSpPr>
                <p:cxnSp>
                  <p:nvCxnSpPr>
                    <p:cNvPr id="104" name="直線矢印コネクタ 103">
                      <a:extLst>
                        <a:ext uri="{FF2B5EF4-FFF2-40B4-BE49-F238E27FC236}">
                          <a16:creationId xmlns:a16="http://schemas.microsoft.com/office/drawing/2014/main" id="{F5AB6285-AC64-1A01-4CDA-4883B98FF6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69100" y="2235200"/>
                      <a:ext cx="1955800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直線矢印コネクタ 104">
                      <a:extLst>
                        <a:ext uri="{FF2B5EF4-FFF2-40B4-BE49-F238E27FC236}">
                          <a16:creationId xmlns:a16="http://schemas.microsoft.com/office/drawing/2014/main" id="{798AD078-240A-BB9A-F91D-7C5909E543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950075" y="937260"/>
                      <a:ext cx="0" cy="153924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02" name="テキスト ボックス 101">
                        <a:extLst>
                          <a:ext uri="{FF2B5EF4-FFF2-40B4-BE49-F238E27FC236}">
                            <a16:creationId xmlns:a16="http://schemas.microsoft.com/office/drawing/2014/main" id="{418EA095-862F-5532-54D8-248B03365A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02" name="テキスト ボックス 101">
                        <a:extLst>
                          <a:ext uri="{FF2B5EF4-FFF2-40B4-BE49-F238E27FC236}">
                            <a16:creationId xmlns:a16="http://schemas.microsoft.com/office/drawing/2014/main" id="{418EA095-862F-5532-54D8-248B03365A18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8065" b="-20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03" name="テキスト ボックス 102">
                        <a:extLst>
                          <a:ext uri="{FF2B5EF4-FFF2-40B4-BE49-F238E27FC236}">
                            <a16:creationId xmlns:a16="http://schemas.microsoft.com/office/drawing/2014/main" id="{48D0E71C-77D8-BA97-5C06-1004CA566BB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03" name="テキスト ボックス 102">
                        <a:extLst>
                          <a:ext uri="{FF2B5EF4-FFF2-40B4-BE49-F238E27FC236}">
                            <a16:creationId xmlns:a16="http://schemas.microsoft.com/office/drawing/2014/main" id="{48D0E71C-77D8-BA97-5C06-1004CA566BB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テキスト ボックス 96">
                    <a:extLst>
                      <a:ext uri="{FF2B5EF4-FFF2-40B4-BE49-F238E27FC236}">
                        <a16:creationId xmlns:a16="http://schemas.microsoft.com/office/drawing/2014/main" id="{ECF25D01-1490-6107-5C01-DF85DF3EDA9B}"/>
                      </a:ext>
                    </a:extLst>
                  </p:cNvPr>
                  <p:cNvSpPr txBox="1"/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oMath>
                      </m:oMathPara>
                    </a14:m>
                    <a:endParaRPr kumimoji="1" lang="ja-JP" altLang="en-US" sz="1200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mc:Choice>
            <mc:Fallback>
              <p:sp>
                <p:nvSpPr>
                  <p:cNvPr id="97" name="テキスト ボックス 96">
                    <a:extLst>
                      <a:ext uri="{FF2B5EF4-FFF2-40B4-BE49-F238E27FC236}">
                        <a16:creationId xmlns:a16="http://schemas.microsoft.com/office/drawing/2014/main" id="{ECF25D01-1490-6107-5C01-DF85DF3EDA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r="-526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3466469F-0A73-5E46-5B3B-964C4C2F0FF2}"/>
                </a:ext>
              </a:extLst>
            </p:cNvPr>
            <p:cNvCxnSpPr/>
            <p:nvPr/>
          </p:nvCxnSpPr>
          <p:spPr>
            <a:xfrm>
              <a:off x="7519583" y="2147889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4504EDF7-2309-68F7-1533-DF648B3A695B}"/>
                    </a:ext>
                  </a:extLst>
                </p:cNvPr>
                <p:cNvSpPr txBox="1"/>
                <p:nvPr/>
              </p:nvSpPr>
              <p:spPr>
                <a:xfrm>
                  <a:off x="7295203" y="2018044"/>
                  <a:ext cx="2267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𝑉</m:t>
                        </m:r>
                      </m:oMath>
                    </m:oMathPara>
                  </a14:m>
                  <a:endParaRPr kumimoji="1" lang="ja-JP" altLang="en-US" sz="12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mc:Choice>
          <mc:Fallback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4504EDF7-2309-68F7-1533-DF648B3A69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5203" y="2018044"/>
                  <a:ext cx="226763" cy="276999"/>
                </a:xfrm>
                <a:prstGeom prst="rect">
                  <a:avLst/>
                </a:prstGeom>
                <a:blipFill>
                  <a:blip r:embed="rId6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791C295D-B4D4-02AF-700A-C7E221114816}"/>
                </a:ext>
              </a:extLst>
            </p:cNvPr>
            <p:cNvCxnSpPr/>
            <p:nvPr/>
          </p:nvCxnSpPr>
          <p:spPr>
            <a:xfrm>
              <a:off x="7519583" y="2257425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644E2571-2FD6-0077-BF00-A5036AEE7CC9}"/>
              </a:ext>
            </a:extLst>
          </p:cNvPr>
          <p:cNvGrpSpPr/>
          <p:nvPr/>
        </p:nvGrpSpPr>
        <p:grpSpPr>
          <a:xfrm>
            <a:off x="9379748" y="3073299"/>
            <a:ext cx="2005891" cy="1483502"/>
            <a:chOff x="7022311" y="3081399"/>
            <a:chExt cx="2005891" cy="1483502"/>
          </a:xfrm>
        </p:grpSpPr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A51A7202-5F52-1525-78CF-E9406175AB06}"/>
                </a:ext>
              </a:extLst>
            </p:cNvPr>
            <p:cNvGrpSpPr/>
            <p:nvPr/>
          </p:nvGrpSpPr>
          <p:grpSpPr>
            <a:xfrm>
              <a:off x="7022311" y="3081399"/>
              <a:ext cx="2005891" cy="1483502"/>
              <a:chOff x="7022311" y="1386968"/>
              <a:chExt cx="2005891" cy="1483502"/>
            </a:xfrm>
          </p:grpSpPr>
          <p:grpSp>
            <p:nvGrpSpPr>
              <p:cNvPr id="111" name="グループ化 110">
                <a:extLst>
                  <a:ext uri="{FF2B5EF4-FFF2-40B4-BE49-F238E27FC236}">
                    <a16:creationId xmlns:a16="http://schemas.microsoft.com/office/drawing/2014/main" id="{70B5F9B5-87BF-53CA-BA8E-ACEE9680B0AB}"/>
                  </a:ext>
                </a:extLst>
              </p:cNvPr>
              <p:cNvGrpSpPr/>
              <p:nvPr/>
            </p:nvGrpSpPr>
            <p:grpSpPr>
              <a:xfrm>
                <a:off x="7022311" y="1562100"/>
                <a:ext cx="2005891" cy="1308370"/>
                <a:chOff x="7022311" y="1562100"/>
                <a:chExt cx="2005891" cy="1308370"/>
              </a:xfrm>
            </p:grpSpPr>
            <p:cxnSp>
              <p:nvCxnSpPr>
                <p:cNvPr id="113" name="直線コネクタ 112">
                  <a:extLst>
                    <a:ext uri="{FF2B5EF4-FFF2-40B4-BE49-F238E27FC236}">
                      <a16:creationId xmlns:a16="http://schemas.microsoft.com/office/drawing/2014/main" id="{9E6875D8-8DE9-06CD-F4D1-CDDE8B8325B9}"/>
                    </a:ext>
                  </a:extLst>
                </p:cNvPr>
                <p:cNvCxnSpPr/>
                <p:nvPr/>
              </p:nvCxnSpPr>
              <p:spPr>
                <a:xfrm>
                  <a:off x="7462433" y="1795462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直線コネクタ 113">
                  <a:extLst>
                    <a:ext uri="{FF2B5EF4-FFF2-40B4-BE49-F238E27FC236}">
                      <a16:creationId xmlns:a16="http://schemas.microsoft.com/office/drawing/2014/main" id="{F0F0AA2E-0EC4-FAF1-AD41-92E538757176}"/>
                    </a:ext>
                  </a:extLst>
                </p:cNvPr>
                <p:cNvCxnSpPr/>
                <p:nvPr/>
              </p:nvCxnSpPr>
              <p:spPr>
                <a:xfrm>
                  <a:off x="7462433" y="2257425"/>
                  <a:ext cx="119063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5" name="グループ化 114">
                  <a:extLst>
                    <a:ext uri="{FF2B5EF4-FFF2-40B4-BE49-F238E27FC236}">
                      <a16:creationId xmlns:a16="http://schemas.microsoft.com/office/drawing/2014/main" id="{1C5CD581-1354-0269-9C2E-F28899AC954F}"/>
                    </a:ext>
                  </a:extLst>
                </p:cNvPr>
                <p:cNvGrpSpPr/>
                <p:nvPr/>
              </p:nvGrpSpPr>
              <p:grpSpPr>
                <a:xfrm>
                  <a:off x="7022311" y="1562100"/>
                  <a:ext cx="2005891" cy="1308370"/>
                  <a:chOff x="7022311" y="1562100"/>
                  <a:chExt cx="2005891" cy="1308370"/>
                </a:xfrm>
              </p:grpSpPr>
              <p:grpSp>
                <p:nvGrpSpPr>
                  <p:cNvPr id="116" name="グループ化 115">
                    <a:extLst>
                      <a:ext uri="{FF2B5EF4-FFF2-40B4-BE49-F238E27FC236}">
                        <a16:creationId xmlns:a16="http://schemas.microsoft.com/office/drawing/2014/main" id="{0953ACC3-1538-FA1C-F578-18D5DB46CD50}"/>
                      </a:ext>
                    </a:extLst>
                  </p:cNvPr>
                  <p:cNvGrpSpPr/>
                  <p:nvPr/>
                </p:nvGrpSpPr>
                <p:grpSpPr>
                  <a:xfrm>
                    <a:off x="7365752" y="1562100"/>
                    <a:ext cx="1662450" cy="1308370"/>
                    <a:chOff x="6769100" y="937260"/>
                    <a:chExt cx="1955800" cy="1539240"/>
                  </a:xfrm>
                </p:grpSpPr>
                <p:cxnSp>
                  <p:nvCxnSpPr>
                    <p:cNvPr id="119" name="直線矢印コネクタ 118">
                      <a:extLst>
                        <a:ext uri="{FF2B5EF4-FFF2-40B4-BE49-F238E27FC236}">
                          <a16:creationId xmlns:a16="http://schemas.microsoft.com/office/drawing/2014/main" id="{7F793909-48F5-E550-DCFA-2BC409FC39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769100" y="2235200"/>
                      <a:ext cx="1955800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" name="直線矢印コネクタ 119">
                      <a:extLst>
                        <a:ext uri="{FF2B5EF4-FFF2-40B4-BE49-F238E27FC236}">
                          <a16:creationId xmlns:a16="http://schemas.microsoft.com/office/drawing/2014/main" id="{C13D7957-478E-329F-3E64-FAEC9A1504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950075" y="937260"/>
                      <a:ext cx="0" cy="153924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7" name="テキスト ボックス 116">
                        <a:extLst>
                          <a:ext uri="{FF2B5EF4-FFF2-40B4-BE49-F238E27FC236}">
                            <a16:creationId xmlns:a16="http://schemas.microsoft.com/office/drawing/2014/main" id="{6E326F39-8C5B-A348-489B-8450461E10C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20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7" name="テキスト ボックス 116">
                        <a:extLst>
                          <a:ext uri="{FF2B5EF4-FFF2-40B4-BE49-F238E27FC236}">
                            <a16:creationId xmlns:a16="http://schemas.microsoft.com/office/drawing/2014/main" id="{6E326F39-8C5B-A348-489B-8450461E10C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77077" y="1647832"/>
                        <a:ext cx="380594" cy="291811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r="-8065" b="-208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8" name="テキスト ボックス 117">
                        <a:extLst>
                          <a:ext uri="{FF2B5EF4-FFF2-40B4-BE49-F238E27FC236}">
                            <a16:creationId xmlns:a16="http://schemas.microsoft.com/office/drawing/2014/main" id="{077F191D-8EFF-80AE-4506-FE522F0DF2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kumimoji="1" lang="en-US" altLang="ja-JP" sz="1050" b="0" i="1" smtClean="0">
                                          <a:latin typeface="Cambria Math" panose="02040503050406030204" pitchFamily="18" charset="0"/>
                                          <a:ea typeface="メイリオ" panose="020B0604030504040204" pitchFamily="50" charset="-128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kumimoji="1" lang="en-US" altLang="ja-JP" sz="1050" b="0" i="1" smtClean="0">
                                      <a:latin typeface="Cambria Math" panose="02040503050406030204" pitchFamily="18" charset="0"/>
                                      <a:ea typeface="メイリオ" panose="020B0604030504040204" pitchFamily="50" charset="-128"/>
                                    </a:rPr>
                                    <m:t>𝑟𝑒𝑓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1" lang="ja-JP" altLang="en-US" sz="12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18" name="テキスト ボックス 117">
                        <a:extLst>
                          <a:ext uri="{FF2B5EF4-FFF2-40B4-BE49-F238E27FC236}">
                            <a16:creationId xmlns:a16="http://schemas.microsoft.com/office/drawing/2014/main" id="{077F191D-8EFF-80AE-4506-FE522F0DF28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22311" y="2040193"/>
                        <a:ext cx="480605" cy="409215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2" name="テキスト ボックス 111">
                    <a:extLst>
                      <a:ext uri="{FF2B5EF4-FFF2-40B4-BE49-F238E27FC236}">
                        <a16:creationId xmlns:a16="http://schemas.microsoft.com/office/drawing/2014/main" id="{9D07301C-F867-D872-C1A6-6D5A55B0A293}"/>
                      </a:ext>
                    </a:extLst>
                  </p:cNvPr>
                  <p:cNvSpPr txBox="1"/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oMath>
                      </m:oMathPara>
                    </a14:m>
                    <a:endParaRPr kumimoji="1" lang="ja-JP" altLang="en-US" sz="1200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mc:Choice>
            <mc:Fallback>
              <p:sp>
                <p:nvSpPr>
                  <p:cNvPr id="112" name="テキスト ボックス 111">
                    <a:extLst>
                      <a:ext uri="{FF2B5EF4-FFF2-40B4-BE49-F238E27FC236}">
                        <a16:creationId xmlns:a16="http://schemas.microsoft.com/office/drawing/2014/main" id="{9D07301C-F867-D872-C1A6-6D5A55B0A2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22143" y="1386968"/>
                    <a:ext cx="23554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526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EB3D94A9-7895-75C5-FB1B-9CD1F77CD1EB}"/>
                </a:ext>
              </a:extLst>
            </p:cNvPr>
            <p:cNvCxnSpPr/>
            <p:nvPr/>
          </p:nvCxnSpPr>
          <p:spPr>
            <a:xfrm>
              <a:off x="7549074" y="3951856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72585AB6-26B6-879B-B3BB-4745C9828747}"/>
                </a:ext>
              </a:extLst>
            </p:cNvPr>
            <p:cNvCxnSpPr/>
            <p:nvPr/>
          </p:nvCxnSpPr>
          <p:spPr>
            <a:xfrm>
              <a:off x="7519583" y="4081919"/>
              <a:ext cx="1295805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561CC521-25BA-3545-4A5D-12CBAC509554}"/>
                    </a:ext>
                  </a:extLst>
                </p:cNvPr>
                <p:cNvSpPr txBox="1"/>
                <p:nvPr/>
              </p:nvSpPr>
              <p:spPr>
                <a:xfrm>
                  <a:off x="7326953" y="3943577"/>
                  <a:ext cx="2267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𝑉</m:t>
                        </m:r>
                      </m:oMath>
                    </m:oMathPara>
                  </a14:m>
                  <a:endParaRPr kumimoji="1" lang="ja-JP" altLang="en-US" sz="1200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mc:Choice>
          <mc:Fallback>
            <p:sp>
              <p:nvSpPr>
                <p:cNvPr id="110" name="テキスト ボックス 109">
                  <a:extLst>
                    <a:ext uri="{FF2B5EF4-FFF2-40B4-BE49-F238E27FC236}">
                      <a16:creationId xmlns:a16="http://schemas.microsoft.com/office/drawing/2014/main" id="{561CC521-25BA-3545-4A5D-12CBAC509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6953" y="3943577"/>
                  <a:ext cx="226763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6B8E9EF0-8D01-D1D2-5826-CADE30F136EA}"/>
                  </a:ext>
                </a:extLst>
              </p:cNvPr>
              <p:cNvSpPr txBox="1"/>
              <p:nvPr/>
            </p:nvSpPr>
            <p:spPr>
              <a:xfrm>
                <a:off x="7977187" y="2734570"/>
                <a:ext cx="6667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𝑛</m:t>
                          </m:r>
                        </m:sub>
                      </m:sSub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  <a:ea typeface="メイリオ" panose="020B0604030504040204" pitchFamily="50" charset="-128"/>
                        </a:rPr>
                        <m:t>=1</m:t>
                      </m:r>
                    </m:oMath>
                  </m:oMathPara>
                </a14:m>
                <a:endParaRPr kumimoji="1" lang="ja-JP" altLang="en-US" sz="12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23" name="テキスト ボックス 122">
                <a:extLst>
                  <a:ext uri="{FF2B5EF4-FFF2-40B4-BE49-F238E27FC236}">
                    <a16:creationId xmlns:a16="http://schemas.microsoft.com/office/drawing/2014/main" id="{6B8E9EF0-8D01-D1D2-5826-CADE30F1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187" y="2734570"/>
                <a:ext cx="666745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2F004251-0630-7ECC-1D66-DADB7B736621}"/>
                  </a:ext>
                </a:extLst>
              </p:cNvPr>
              <p:cNvSpPr txBox="1"/>
              <p:nvPr/>
            </p:nvSpPr>
            <p:spPr>
              <a:xfrm>
                <a:off x="7863603" y="4413819"/>
                <a:ext cx="6667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</m:ctrlPr>
                      </m:sSubPr>
                      <m:e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𝐷</m:t>
                        </m:r>
                      </m:e>
                      <m:sub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𝑛</m:t>
                        </m:r>
                      </m:sub>
                    </m:sSub>
                    <m:r>
                      <a:rPr kumimoji="1" lang="en-US" altLang="ja-JP" sz="1200" b="0" i="1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=</m:t>
                    </m:r>
                  </m:oMath>
                </a14:m>
                <a:r>
                  <a:rPr kumimoji="1" lang="en-US" altLang="ja-JP" sz="12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 0</a:t>
                </a:r>
                <a:endParaRPr kumimoji="1" lang="ja-JP" altLang="en-US" sz="12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25" name="テキスト ボックス 124">
                <a:extLst>
                  <a:ext uri="{FF2B5EF4-FFF2-40B4-BE49-F238E27FC236}">
                    <a16:creationId xmlns:a16="http://schemas.microsoft.com/office/drawing/2014/main" id="{2F004251-0630-7ECC-1D66-DADB7B736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603" y="4413819"/>
                <a:ext cx="666745" cy="276999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99B37CC4-3930-C859-D7FC-93A202E39700}"/>
                  </a:ext>
                </a:extLst>
              </p:cNvPr>
              <p:cNvSpPr txBox="1"/>
              <p:nvPr/>
            </p:nvSpPr>
            <p:spPr>
              <a:xfrm>
                <a:off x="10191549" y="2728494"/>
                <a:ext cx="8431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</m:ctrlPr>
                      </m:sSubPr>
                      <m:e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𝐷</m:t>
                        </m:r>
                      </m:e>
                      <m:sub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𝑛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−1</m:t>
                        </m:r>
                      </m:sub>
                    </m:sSub>
                    <m:r>
                      <a:rPr kumimoji="1" lang="en-US" altLang="ja-JP" sz="1200" b="0" i="1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=</m:t>
                    </m:r>
                  </m:oMath>
                </a14:m>
                <a:r>
                  <a:rPr kumimoji="1" lang="en-US" altLang="ja-JP" sz="12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 0</a:t>
                </a:r>
                <a:endParaRPr kumimoji="1" lang="ja-JP" altLang="en-US" sz="12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27" name="テキスト ボックス 126">
                <a:extLst>
                  <a:ext uri="{FF2B5EF4-FFF2-40B4-BE49-F238E27FC236}">
                    <a16:creationId xmlns:a16="http://schemas.microsoft.com/office/drawing/2014/main" id="{99B37CC4-3930-C859-D7FC-93A202E39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1549" y="2728494"/>
                <a:ext cx="843163" cy="276999"/>
              </a:xfrm>
              <a:prstGeom prst="rect">
                <a:avLst/>
              </a:prstGeom>
              <a:blipFill>
                <a:blip r:embed="rId1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B627013A-8C1B-166A-1169-30D35FDD9346}"/>
                  </a:ext>
                </a:extLst>
              </p:cNvPr>
              <p:cNvSpPr txBox="1"/>
              <p:nvPr/>
            </p:nvSpPr>
            <p:spPr>
              <a:xfrm>
                <a:off x="10209748" y="4413819"/>
                <a:ext cx="8431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</m:ctrlPr>
                      </m:sSubPr>
                      <m:e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𝐷</m:t>
                        </m:r>
                      </m:e>
                      <m:sub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𝑛</m:t>
                        </m:r>
                        <m:r>
                          <a:rPr kumimoji="1" lang="en-US" altLang="ja-JP" sz="1200" b="0" i="1" smtClean="0">
                            <a:latin typeface="Cambria Math" panose="02040503050406030204" pitchFamily="18" charset="0"/>
                            <a:ea typeface="メイリオ" panose="020B0604030504040204" pitchFamily="50" charset="-128"/>
                          </a:rPr>
                          <m:t>−1</m:t>
                        </m:r>
                      </m:sub>
                    </m:sSub>
                    <m:r>
                      <a:rPr kumimoji="1" lang="en-US" altLang="ja-JP" sz="1200" b="0" i="1" smtClean="0">
                        <a:latin typeface="Cambria Math" panose="02040503050406030204" pitchFamily="18" charset="0"/>
                        <a:ea typeface="メイリオ" panose="020B0604030504040204" pitchFamily="50" charset="-128"/>
                      </a:rPr>
                      <m:t>=</m:t>
                    </m:r>
                  </m:oMath>
                </a14:m>
                <a:r>
                  <a:rPr kumimoji="1" lang="en-US" altLang="ja-JP" sz="12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 1</a:t>
                </a:r>
                <a:endParaRPr kumimoji="1" lang="ja-JP" altLang="en-US" sz="12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B627013A-8C1B-166A-1169-30D35FDD9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748" y="4413819"/>
                <a:ext cx="843163" cy="276999"/>
              </a:xfrm>
              <a:prstGeom prst="rect">
                <a:avLst/>
              </a:prstGeom>
              <a:blipFill>
                <a:blip r:embed="rId1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矢印: 右 129">
            <a:extLst>
              <a:ext uri="{FF2B5EF4-FFF2-40B4-BE49-F238E27FC236}">
                <a16:creationId xmlns:a16="http://schemas.microsoft.com/office/drawing/2014/main" id="{297B95D0-C314-D9F2-6F29-E31126C2E125}"/>
              </a:ext>
            </a:extLst>
          </p:cNvPr>
          <p:cNvSpPr/>
          <p:nvPr/>
        </p:nvSpPr>
        <p:spPr>
          <a:xfrm>
            <a:off x="9192708" y="2000576"/>
            <a:ext cx="149701" cy="28407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2" name="矢印: 右 131">
            <a:extLst>
              <a:ext uri="{FF2B5EF4-FFF2-40B4-BE49-F238E27FC236}">
                <a16:creationId xmlns:a16="http://schemas.microsoft.com/office/drawing/2014/main" id="{7C910670-59AC-644B-E7C6-E7B15852D5BF}"/>
              </a:ext>
            </a:extLst>
          </p:cNvPr>
          <p:cNvSpPr/>
          <p:nvPr/>
        </p:nvSpPr>
        <p:spPr>
          <a:xfrm>
            <a:off x="9192708" y="3760580"/>
            <a:ext cx="149701" cy="28407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3" name="直線コネクタ 132">
            <a:extLst>
              <a:ext uri="{FF2B5EF4-FFF2-40B4-BE49-F238E27FC236}">
                <a16:creationId xmlns:a16="http://schemas.microsoft.com/office/drawing/2014/main" id="{D760EA35-806E-EF03-7325-8A7CEDFFBC03}"/>
              </a:ext>
            </a:extLst>
          </p:cNvPr>
          <p:cNvCxnSpPr/>
          <p:nvPr/>
        </p:nvCxnSpPr>
        <p:spPr>
          <a:xfrm>
            <a:off x="9877019" y="2029412"/>
            <a:ext cx="1295805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矢印: 上下 133">
            <a:extLst>
              <a:ext uri="{FF2B5EF4-FFF2-40B4-BE49-F238E27FC236}">
                <a16:creationId xmlns:a16="http://schemas.microsoft.com/office/drawing/2014/main" id="{D293821D-500B-5BB1-F85A-BC7C12AF9B80}"/>
              </a:ext>
            </a:extLst>
          </p:cNvPr>
          <p:cNvSpPr/>
          <p:nvPr/>
        </p:nvSpPr>
        <p:spPr>
          <a:xfrm>
            <a:off x="10191549" y="2040193"/>
            <a:ext cx="45719" cy="205174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6" name="矢印: 上下 135">
            <a:extLst>
              <a:ext uri="{FF2B5EF4-FFF2-40B4-BE49-F238E27FC236}">
                <a16:creationId xmlns:a16="http://schemas.microsoft.com/office/drawing/2014/main" id="{A003C9D5-C2F0-0053-465E-0580765B33F3}"/>
              </a:ext>
            </a:extLst>
          </p:cNvPr>
          <p:cNvSpPr/>
          <p:nvPr/>
        </p:nvSpPr>
        <p:spPr>
          <a:xfrm>
            <a:off x="10191549" y="2272841"/>
            <a:ext cx="45719" cy="375631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テキスト ボックス 137">
                <a:extLst>
                  <a:ext uri="{FF2B5EF4-FFF2-40B4-BE49-F238E27FC236}">
                    <a16:creationId xmlns:a16="http://schemas.microsoft.com/office/drawing/2014/main" id="{C24EE805-9B08-0BD9-4C80-63010B52BF27}"/>
                  </a:ext>
                </a:extLst>
              </p:cNvPr>
              <p:cNvSpPr txBox="1"/>
              <p:nvPr/>
            </p:nvSpPr>
            <p:spPr>
              <a:xfrm>
                <a:off x="10177761" y="2292905"/>
                <a:ext cx="348352" cy="32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kumimoji="1" lang="ja-JP" altLang="en-US" sz="10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38" name="テキスト ボックス 137">
                <a:extLst>
                  <a:ext uri="{FF2B5EF4-FFF2-40B4-BE49-F238E27FC236}">
                    <a16:creationId xmlns:a16="http://schemas.microsoft.com/office/drawing/2014/main" id="{C24EE805-9B08-0BD9-4C80-63010B52B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7761" y="2292905"/>
                <a:ext cx="348352" cy="322781"/>
              </a:xfrm>
              <a:prstGeom prst="rect">
                <a:avLst/>
              </a:prstGeom>
              <a:blipFill>
                <a:blip r:embed="rId14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E8E57139-ABEB-0B10-CB88-C42CD772624E}"/>
                  </a:ext>
                </a:extLst>
              </p:cNvPr>
              <p:cNvSpPr txBox="1"/>
              <p:nvPr/>
            </p:nvSpPr>
            <p:spPr>
              <a:xfrm>
                <a:off x="10214408" y="1950060"/>
                <a:ext cx="348352" cy="32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kumimoji="1" lang="ja-JP" altLang="en-US" sz="10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E8E57139-ABEB-0B10-CB88-C42CD7726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408" y="1950060"/>
                <a:ext cx="348352" cy="322781"/>
              </a:xfrm>
              <a:prstGeom prst="rect">
                <a:avLst/>
              </a:prstGeom>
              <a:blipFill>
                <a:blip r:embed="rId15"/>
                <a:stretch>
                  <a:fillRect r="-70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3BA63C77-DA1F-5A95-2297-43EFE62B1CEE}"/>
              </a:ext>
            </a:extLst>
          </p:cNvPr>
          <p:cNvCxnSpPr/>
          <p:nvPr/>
        </p:nvCxnSpPr>
        <p:spPr>
          <a:xfrm>
            <a:off x="9867029" y="4146369"/>
            <a:ext cx="1295805" cy="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矢印: 上下 142">
            <a:extLst>
              <a:ext uri="{FF2B5EF4-FFF2-40B4-BE49-F238E27FC236}">
                <a16:creationId xmlns:a16="http://schemas.microsoft.com/office/drawing/2014/main" id="{26CD4856-B370-9F36-684F-461364F600B9}"/>
              </a:ext>
            </a:extLst>
          </p:cNvPr>
          <p:cNvSpPr/>
          <p:nvPr/>
        </p:nvSpPr>
        <p:spPr>
          <a:xfrm>
            <a:off x="10195996" y="4159535"/>
            <a:ext cx="45719" cy="189478"/>
          </a:xfrm>
          <a:prstGeom prst="up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65E450DD-AA1D-7BF1-DA1E-6D3ED713C743}"/>
                  </a:ext>
                </a:extLst>
              </p:cNvPr>
              <p:cNvSpPr txBox="1"/>
              <p:nvPr/>
            </p:nvSpPr>
            <p:spPr>
              <a:xfrm>
                <a:off x="10201471" y="4081919"/>
                <a:ext cx="348352" cy="32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800" b="0" i="1" smtClean="0">
                                  <a:latin typeface="Cambria Math" panose="02040503050406030204" pitchFamily="18" charset="0"/>
                                  <a:ea typeface="メイリオ" panose="020B0604030504040204" pitchFamily="50" charset="-128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sz="8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kumimoji="1" lang="ja-JP" altLang="en-US" sz="10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65E450DD-AA1D-7BF1-DA1E-6D3ED713C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471" y="4081919"/>
                <a:ext cx="348352" cy="322781"/>
              </a:xfrm>
              <a:prstGeom prst="rect">
                <a:avLst/>
              </a:prstGeom>
              <a:blipFill>
                <a:blip r:embed="rId16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62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17D050-54EA-60D7-DFBC-CB52C273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重み抵抗型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2E9660-5C99-D61C-B28D-6C2829E7F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CD73-6629-45BF-A740-47428418DA8B}" type="slidenum">
              <a:rPr lang="ja-JP" altLang="en-US" smtClean="0"/>
              <a:pPr/>
              <a:t>1</a:t>
            </a:fld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3C44A0-F4F2-369F-4AFF-46477390D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EE24-8385-4C2B-9641-77DAD40C0861}" type="datetime1">
              <a:rPr lang="ja-JP" altLang="en-US" smtClean="0"/>
              <a:t>2026/7/1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C88CA2-A25A-3763-5F82-C0CC649AC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B22AED30-05F2-716B-FCB9-C0C947ED445C}"/>
                  </a:ext>
                </a:extLst>
              </p:cNvPr>
              <p:cNvSpPr/>
              <p:nvPr/>
            </p:nvSpPr>
            <p:spPr>
              <a:xfrm>
                <a:off x="1595336" y="1585610"/>
                <a:ext cx="303314" cy="5445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B22AED30-05F2-716B-FCB9-C0C947ED4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36" y="1585610"/>
                <a:ext cx="303314" cy="544512"/>
              </a:xfrm>
              <a:prstGeom prst="rect">
                <a:avLst/>
              </a:prstGeom>
              <a:blipFill>
                <a:blip r:embed="rId2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55E1CE31-38CA-F478-9FEE-07F92CA4CAB8}"/>
                  </a:ext>
                </a:extLst>
              </p:cNvPr>
              <p:cNvSpPr/>
              <p:nvPr/>
            </p:nvSpPr>
            <p:spPr>
              <a:xfrm>
                <a:off x="2399012" y="1585610"/>
                <a:ext cx="303314" cy="5445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55E1CE31-38CA-F478-9FEE-07F92CA4CA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9012" y="1585610"/>
                <a:ext cx="303314" cy="544512"/>
              </a:xfrm>
              <a:prstGeom prst="rect">
                <a:avLst/>
              </a:prstGeom>
              <a:blipFill>
                <a:blip r:embed="rId3"/>
                <a:stretch>
                  <a:fillRect l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C223B969-C30E-8AA7-1CDD-F414194574B6}"/>
                  </a:ext>
                </a:extLst>
              </p:cNvPr>
              <p:cNvSpPr/>
              <p:nvPr/>
            </p:nvSpPr>
            <p:spPr>
              <a:xfrm>
                <a:off x="3202688" y="1585610"/>
                <a:ext cx="303314" cy="5445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C223B969-C30E-8AA7-1CDD-F414194574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88" y="1585610"/>
                <a:ext cx="303314" cy="544512"/>
              </a:xfrm>
              <a:prstGeom prst="rect">
                <a:avLst/>
              </a:prstGeom>
              <a:blipFill>
                <a:blip r:embed="rId4"/>
                <a:stretch>
                  <a:fillRect l="-75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7D5C36C1-076E-690A-9CFC-4BBF8622F2C3}"/>
                  </a:ext>
                </a:extLst>
              </p:cNvPr>
              <p:cNvSpPr/>
              <p:nvPr/>
            </p:nvSpPr>
            <p:spPr>
              <a:xfrm>
                <a:off x="3854707" y="1589276"/>
                <a:ext cx="303314" cy="54451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7D5C36C1-076E-690A-9CFC-4BBF8622F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707" y="1589276"/>
                <a:ext cx="303314" cy="544512"/>
              </a:xfrm>
              <a:prstGeom prst="rect">
                <a:avLst/>
              </a:prstGeom>
              <a:blipFill>
                <a:blip r:embed="rId5"/>
                <a:stretch>
                  <a:fillRect l="-5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D6780DB-DEF1-F9C0-6D75-16C2E36907EC}"/>
              </a:ext>
            </a:extLst>
          </p:cNvPr>
          <p:cNvCxnSpPr>
            <a:endCxn id="6" idx="0"/>
          </p:cNvCxnSpPr>
          <p:nvPr/>
        </p:nvCxnSpPr>
        <p:spPr>
          <a:xfrm>
            <a:off x="1746993" y="1130300"/>
            <a:ext cx="0" cy="4553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52539EF-89A2-EA6B-ECA3-3C8649CE47F4}"/>
              </a:ext>
            </a:extLst>
          </p:cNvPr>
          <p:cNvCxnSpPr>
            <a:cxnSpLocks/>
          </p:cNvCxnSpPr>
          <p:nvPr/>
        </p:nvCxnSpPr>
        <p:spPr>
          <a:xfrm>
            <a:off x="1754136" y="1357955"/>
            <a:ext cx="22593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E3583B8-6D5A-B8A2-564B-3F166F4EFE52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550669" y="1360185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573F61D-1DA7-84BD-6A3E-18F5FEAECBFF}"/>
              </a:ext>
            </a:extLst>
          </p:cNvPr>
          <p:cNvCxnSpPr>
            <a:cxnSpLocks/>
          </p:cNvCxnSpPr>
          <p:nvPr/>
        </p:nvCxnSpPr>
        <p:spPr>
          <a:xfrm>
            <a:off x="3358664" y="1360185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9871565-2355-2EC8-8D05-9487BAD1780C}"/>
              </a:ext>
            </a:extLst>
          </p:cNvPr>
          <p:cNvCxnSpPr>
            <a:cxnSpLocks/>
          </p:cNvCxnSpPr>
          <p:nvPr/>
        </p:nvCxnSpPr>
        <p:spPr>
          <a:xfrm>
            <a:off x="4006364" y="1357955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5479EF16-F7BA-4869-F257-FC5A2A5F05A1}"/>
              </a:ext>
            </a:extLst>
          </p:cNvPr>
          <p:cNvCxnSpPr>
            <a:cxnSpLocks/>
          </p:cNvCxnSpPr>
          <p:nvPr/>
        </p:nvCxnSpPr>
        <p:spPr>
          <a:xfrm>
            <a:off x="2550669" y="2130122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D79FED0-9955-0620-D883-8DD56EAF6A95}"/>
              </a:ext>
            </a:extLst>
          </p:cNvPr>
          <p:cNvCxnSpPr>
            <a:cxnSpLocks/>
          </p:cNvCxnSpPr>
          <p:nvPr/>
        </p:nvCxnSpPr>
        <p:spPr>
          <a:xfrm>
            <a:off x="1744962" y="2130122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245FB97-1525-61C7-88CA-D1EB6E235976}"/>
              </a:ext>
            </a:extLst>
          </p:cNvPr>
          <p:cNvCxnSpPr>
            <a:cxnSpLocks/>
          </p:cNvCxnSpPr>
          <p:nvPr/>
        </p:nvCxnSpPr>
        <p:spPr>
          <a:xfrm>
            <a:off x="3347551" y="2130122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1E784F5-17E9-5A73-3B79-4869AE304F83}"/>
              </a:ext>
            </a:extLst>
          </p:cNvPr>
          <p:cNvCxnSpPr>
            <a:cxnSpLocks/>
          </p:cNvCxnSpPr>
          <p:nvPr/>
        </p:nvCxnSpPr>
        <p:spPr>
          <a:xfrm>
            <a:off x="4023383" y="2130121"/>
            <a:ext cx="0" cy="2254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B625B840-B341-6B9D-2D4C-C1A7C83069DF}"/>
              </a:ext>
            </a:extLst>
          </p:cNvPr>
          <p:cNvGrpSpPr/>
          <p:nvPr/>
        </p:nvGrpSpPr>
        <p:grpSpPr>
          <a:xfrm>
            <a:off x="1595788" y="2355546"/>
            <a:ext cx="379681" cy="578154"/>
            <a:chOff x="1595788" y="2355546"/>
            <a:chExt cx="379681" cy="578154"/>
          </a:xfrm>
        </p:grpSpPr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3352FEBD-1011-4D05-E746-ADAA64154B59}"/>
                </a:ext>
              </a:extLst>
            </p:cNvPr>
            <p:cNvSpPr/>
            <p:nvPr/>
          </p:nvSpPr>
          <p:spPr>
            <a:xfrm>
              <a:off x="1722102" y="2355546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AA8236F9-F740-DD0F-80CD-0F56EDA336F0}"/>
                </a:ext>
              </a:extLst>
            </p:cNvPr>
            <p:cNvGrpSpPr/>
            <p:nvPr/>
          </p:nvGrpSpPr>
          <p:grpSpPr>
            <a:xfrm>
              <a:off x="1821831" y="2585432"/>
              <a:ext cx="153638" cy="246094"/>
              <a:chOff x="1821831" y="2585432"/>
              <a:chExt cx="153638" cy="246094"/>
            </a:xfrm>
          </p:grpSpPr>
          <p:grpSp>
            <p:nvGrpSpPr>
              <p:cNvPr id="34" name="グループ化 33">
                <a:extLst>
                  <a:ext uri="{FF2B5EF4-FFF2-40B4-BE49-F238E27FC236}">
                    <a16:creationId xmlns:a16="http://schemas.microsoft.com/office/drawing/2014/main" id="{9C8CE66E-B5C5-83B0-A5C5-D163FF0A7B05}"/>
                  </a:ext>
                </a:extLst>
              </p:cNvPr>
              <p:cNvGrpSpPr/>
              <p:nvPr/>
            </p:nvGrpSpPr>
            <p:grpSpPr>
              <a:xfrm>
                <a:off x="1821831" y="2767232"/>
                <a:ext cx="153638" cy="64294"/>
                <a:chOff x="1808512" y="2558105"/>
                <a:chExt cx="153638" cy="64294"/>
              </a:xfrm>
            </p:grpSpPr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BFBEDCBB-DDC6-33B3-6BD6-BC43A9432A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8512" y="2558105"/>
                  <a:ext cx="15363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C7CF0447-8C3B-8DF2-9D98-EC62B63692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34087" y="2591443"/>
                  <a:ext cx="9648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9EA6839B-DA93-5A30-83F9-9D9711F76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2043" y="2622399"/>
                  <a:ext cx="4489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2BD079A1-50BD-3566-647E-0FF6C22F4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650" y="2633240"/>
                <a:ext cx="0" cy="1339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楕円 37">
                <a:extLst>
                  <a:ext uri="{FF2B5EF4-FFF2-40B4-BE49-F238E27FC236}">
                    <a16:creationId xmlns:a16="http://schemas.microsoft.com/office/drawing/2014/main" id="{7D718A1A-7EB5-F5A1-CFD2-EA6D9C8C2049}"/>
                  </a:ext>
                </a:extLst>
              </p:cNvPr>
              <p:cNvSpPr/>
              <p:nvPr/>
            </p:nvSpPr>
            <p:spPr>
              <a:xfrm>
                <a:off x="1875362" y="2585432"/>
                <a:ext cx="45719" cy="47807"/>
              </a:xfrm>
              <a:prstGeom prst="ellipse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6BD0D4D3-29CF-96EF-ED61-1A1686A1EDF1}"/>
                </a:ext>
              </a:extLst>
            </p:cNvPr>
            <p:cNvCxnSpPr>
              <a:cxnSpLocks/>
            </p:cNvCxnSpPr>
            <p:nvPr/>
          </p:nvCxnSpPr>
          <p:spPr>
            <a:xfrm>
              <a:off x="1618647" y="2630004"/>
              <a:ext cx="0" cy="303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D5598D7D-304D-E176-C3E9-EAC920BCBFD2}"/>
                </a:ext>
              </a:extLst>
            </p:cNvPr>
            <p:cNvSpPr/>
            <p:nvPr/>
          </p:nvSpPr>
          <p:spPr>
            <a:xfrm>
              <a:off x="1595788" y="2582197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3BFC1020-9B95-7832-F62A-6927A4B3A045}"/>
              </a:ext>
            </a:extLst>
          </p:cNvPr>
          <p:cNvGrpSpPr/>
          <p:nvPr/>
        </p:nvGrpSpPr>
        <p:grpSpPr>
          <a:xfrm>
            <a:off x="2406246" y="2355546"/>
            <a:ext cx="379681" cy="578154"/>
            <a:chOff x="1595788" y="2355546"/>
            <a:chExt cx="379681" cy="578154"/>
          </a:xfrm>
        </p:grpSpPr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0B562C47-721C-9CE9-CA28-B5B56B6104F7}"/>
                </a:ext>
              </a:extLst>
            </p:cNvPr>
            <p:cNvSpPr/>
            <p:nvPr/>
          </p:nvSpPr>
          <p:spPr>
            <a:xfrm>
              <a:off x="1722102" y="2355546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4A98EF39-00C2-4526-11D0-39B7C2CA89D6}"/>
                </a:ext>
              </a:extLst>
            </p:cNvPr>
            <p:cNvGrpSpPr/>
            <p:nvPr/>
          </p:nvGrpSpPr>
          <p:grpSpPr>
            <a:xfrm>
              <a:off x="1821831" y="2585432"/>
              <a:ext cx="153638" cy="246094"/>
              <a:chOff x="1821831" y="2585432"/>
              <a:chExt cx="153638" cy="246094"/>
            </a:xfrm>
          </p:grpSpPr>
          <p:grpSp>
            <p:nvGrpSpPr>
              <p:cNvPr id="50" name="グループ化 49">
                <a:extLst>
                  <a:ext uri="{FF2B5EF4-FFF2-40B4-BE49-F238E27FC236}">
                    <a16:creationId xmlns:a16="http://schemas.microsoft.com/office/drawing/2014/main" id="{22717605-AE66-63ED-4D72-DD2B2FC969EF}"/>
                  </a:ext>
                </a:extLst>
              </p:cNvPr>
              <p:cNvGrpSpPr/>
              <p:nvPr/>
            </p:nvGrpSpPr>
            <p:grpSpPr>
              <a:xfrm>
                <a:off x="1821831" y="2767232"/>
                <a:ext cx="153638" cy="64294"/>
                <a:chOff x="1808512" y="2558105"/>
                <a:chExt cx="153638" cy="64294"/>
              </a:xfrm>
            </p:grpSpPr>
            <p:cxnSp>
              <p:nvCxnSpPr>
                <p:cNvPr id="53" name="直線コネクタ 52">
                  <a:extLst>
                    <a:ext uri="{FF2B5EF4-FFF2-40B4-BE49-F238E27FC236}">
                      <a16:creationId xmlns:a16="http://schemas.microsoft.com/office/drawing/2014/main" id="{F16AEA28-7CF3-9EA0-B68E-49ABECAA2C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8512" y="2558105"/>
                  <a:ext cx="15363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コネクタ 53">
                  <a:extLst>
                    <a:ext uri="{FF2B5EF4-FFF2-40B4-BE49-F238E27FC236}">
                      <a16:creationId xmlns:a16="http://schemas.microsoft.com/office/drawing/2014/main" id="{360F91AC-64E8-431C-0996-B48345D2FD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34087" y="2591443"/>
                  <a:ext cx="9648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コネクタ 54">
                  <a:extLst>
                    <a:ext uri="{FF2B5EF4-FFF2-40B4-BE49-F238E27FC236}">
                      <a16:creationId xmlns:a16="http://schemas.microsoft.com/office/drawing/2014/main" id="{23F660EB-6E9F-85F7-82A9-7424FA5161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2043" y="2622399"/>
                  <a:ext cx="4489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B34EE746-E243-B734-B520-39C55523D1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650" y="2633240"/>
                <a:ext cx="0" cy="1339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楕円 51">
                <a:extLst>
                  <a:ext uri="{FF2B5EF4-FFF2-40B4-BE49-F238E27FC236}">
                    <a16:creationId xmlns:a16="http://schemas.microsoft.com/office/drawing/2014/main" id="{E03A6210-7CAC-45A2-FF70-D7C4B2DAA2D4}"/>
                  </a:ext>
                </a:extLst>
              </p:cNvPr>
              <p:cNvSpPr/>
              <p:nvPr/>
            </p:nvSpPr>
            <p:spPr>
              <a:xfrm>
                <a:off x="1875362" y="2585432"/>
                <a:ext cx="45719" cy="47807"/>
              </a:xfrm>
              <a:prstGeom prst="ellipse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4A53CB96-0B6F-5D88-9099-6E19B468D4E6}"/>
                </a:ext>
              </a:extLst>
            </p:cNvPr>
            <p:cNvCxnSpPr>
              <a:cxnSpLocks/>
            </p:cNvCxnSpPr>
            <p:nvPr/>
          </p:nvCxnSpPr>
          <p:spPr>
            <a:xfrm>
              <a:off x="1618647" y="2630004"/>
              <a:ext cx="0" cy="303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楕円 48">
              <a:extLst>
                <a:ext uri="{FF2B5EF4-FFF2-40B4-BE49-F238E27FC236}">
                  <a16:creationId xmlns:a16="http://schemas.microsoft.com/office/drawing/2014/main" id="{11C2B700-E94E-8841-8FFA-E89440DCA794}"/>
                </a:ext>
              </a:extLst>
            </p:cNvPr>
            <p:cNvSpPr/>
            <p:nvPr/>
          </p:nvSpPr>
          <p:spPr>
            <a:xfrm>
              <a:off x="1595788" y="2582197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193FA830-60A0-CCB7-EBFC-637D5C594B53}"/>
              </a:ext>
            </a:extLst>
          </p:cNvPr>
          <p:cNvGrpSpPr/>
          <p:nvPr/>
        </p:nvGrpSpPr>
        <p:grpSpPr>
          <a:xfrm>
            <a:off x="3202688" y="2355546"/>
            <a:ext cx="379681" cy="578154"/>
            <a:chOff x="1595788" y="2355546"/>
            <a:chExt cx="379681" cy="578154"/>
          </a:xfrm>
        </p:grpSpPr>
        <p:sp>
          <p:nvSpPr>
            <p:cNvPr id="57" name="楕円 56">
              <a:extLst>
                <a:ext uri="{FF2B5EF4-FFF2-40B4-BE49-F238E27FC236}">
                  <a16:creationId xmlns:a16="http://schemas.microsoft.com/office/drawing/2014/main" id="{C18455D6-2533-BD6D-5769-A86D295CAE87}"/>
                </a:ext>
              </a:extLst>
            </p:cNvPr>
            <p:cNvSpPr/>
            <p:nvPr/>
          </p:nvSpPr>
          <p:spPr>
            <a:xfrm>
              <a:off x="1722102" y="2355546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03246DB8-4950-4B6E-5C00-FF4C4EAA757B}"/>
                </a:ext>
              </a:extLst>
            </p:cNvPr>
            <p:cNvGrpSpPr/>
            <p:nvPr/>
          </p:nvGrpSpPr>
          <p:grpSpPr>
            <a:xfrm>
              <a:off x="1821831" y="2585432"/>
              <a:ext cx="153638" cy="246094"/>
              <a:chOff x="1821831" y="2585432"/>
              <a:chExt cx="153638" cy="246094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2AA0FD20-8766-8EA8-8D63-FA2EB3299F61}"/>
                  </a:ext>
                </a:extLst>
              </p:cNvPr>
              <p:cNvGrpSpPr/>
              <p:nvPr/>
            </p:nvGrpSpPr>
            <p:grpSpPr>
              <a:xfrm>
                <a:off x="1821831" y="2767232"/>
                <a:ext cx="153638" cy="64294"/>
                <a:chOff x="1808512" y="2558105"/>
                <a:chExt cx="153638" cy="64294"/>
              </a:xfrm>
            </p:grpSpPr>
            <p:cxnSp>
              <p:nvCxnSpPr>
                <p:cNvPr id="64" name="直線コネクタ 63">
                  <a:extLst>
                    <a:ext uri="{FF2B5EF4-FFF2-40B4-BE49-F238E27FC236}">
                      <a16:creationId xmlns:a16="http://schemas.microsoft.com/office/drawing/2014/main" id="{2504A47F-4DC2-E7A0-2DC6-F2DAEF3AF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8512" y="2558105"/>
                  <a:ext cx="15363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線コネクタ 64">
                  <a:extLst>
                    <a:ext uri="{FF2B5EF4-FFF2-40B4-BE49-F238E27FC236}">
                      <a16:creationId xmlns:a16="http://schemas.microsoft.com/office/drawing/2014/main" id="{D1FA6A68-8F09-C2AF-B3E1-0ED65079B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34087" y="2591443"/>
                  <a:ext cx="9648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線コネクタ 65">
                  <a:extLst>
                    <a:ext uri="{FF2B5EF4-FFF2-40B4-BE49-F238E27FC236}">
                      <a16:creationId xmlns:a16="http://schemas.microsoft.com/office/drawing/2014/main" id="{EE4D9989-2628-4BC6-D378-CC08D4272E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2043" y="2622399"/>
                  <a:ext cx="4489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E71F7DE3-5573-AC2A-45F6-474D1CE08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650" y="2633240"/>
                <a:ext cx="0" cy="1339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3" name="楕円 62">
                <a:extLst>
                  <a:ext uri="{FF2B5EF4-FFF2-40B4-BE49-F238E27FC236}">
                    <a16:creationId xmlns:a16="http://schemas.microsoft.com/office/drawing/2014/main" id="{4B5D454E-1837-3CD2-56EE-C09105762FAD}"/>
                  </a:ext>
                </a:extLst>
              </p:cNvPr>
              <p:cNvSpPr/>
              <p:nvPr/>
            </p:nvSpPr>
            <p:spPr>
              <a:xfrm>
                <a:off x="1875362" y="2585432"/>
                <a:ext cx="45719" cy="47807"/>
              </a:xfrm>
              <a:prstGeom prst="ellipse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089DD856-001A-9D26-0B7A-7E827A29BF2A}"/>
                </a:ext>
              </a:extLst>
            </p:cNvPr>
            <p:cNvCxnSpPr>
              <a:cxnSpLocks/>
            </p:cNvCxnSpPr>
            <p:nvPr/>
          </p:nvCxnSpPr>
          <p:spPr>
            <a:xfrm>
              <a:off x="1618647" y="2630004"/>
              <a:ext cx="0" cy="303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楕円 59">
              <a:extLst>
                <a:ext uri="{FF2B5EF4-FFF2-40B4-BE49-F238E27FC236}">
                  <a16:creationId xmlns:a16="http://schemas.microsoft.com/office/drawing/2014/main" id="{1D38D312-DFB9-004C-F46D-968F86F43FEB}"/>
                </a:ext>
              </a:extLst>
            </p:cNvPr>
            <p:cNvSpPr/>
            <p:nvPr/>
          </p:nvSpPr>
          <p:spPr>
            <a:xfrm>
              <a:off x="1595788" y="2582197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B3F0C907-29F8-CF91-4637-714F08B7D38C}"/>
              </a:ext>
            </a:extLst>
          </p:cNvPr>
          <p:cNvGrpSpPr/>
          <p:nvPr/>
        </p:nvGrpSpPr>
        <p:grpSpPr>
          <a:xfrm>
            <a:off x="3877025" y="2355546"/>
            <a:ext cx="379681" cy="578154"/>
            <a:chOff x="1595788" y="2355546"/>
            <a:chExt cx="379681" cy="578154"/>
          </a:xfrm>
        </p:grpSpPr>
        <p:sp>
          <p:nvSpPr>
            <p:cNvPr id="68" name="楕円 67">
              <a:extLst>
                <a:ext uri="{FF2B5EF4-FFF2-40B4-BE49-F238E27FC236}">
                  <a16:creationId xmlns:a16="http://schemas.microsoft.com/office/drawing/2014/main" id="{C9231C77-6763-5456-183D-5E60460A621A}"/>
                </a:ext>
              </a:extLst>
            </p:cNvPr>
            <p:cNvSpPr/>
            <p:nvPr/>
          </p:nvSpPr>
          <p:spPr>
            <a:xfrm>
              <a:off x="1722102" y="2355546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1664E083-12C9-9771-25E0-EC5FE6654DF2}"/>
                </a:ext>
              </a:extLst>
            </p:cNvPr>
            <p:cNvGrpSpPr/>
            <p:nvPr/>
          </p:nvGrpSpPr>
          <p:grpSpPr>
            <a:xfrm>
              <a:off x="1821831" y="2585432"/>
              <a:ext cx="153638" cy="246094"/>
              <a:chOff x="1821831" y="2585432"/>
              <a:chExt cx="153638" cy="246094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AD9436FC-57A9-A244-DE17-99D69D55F77D}"/>
                  </a:ext>
                </a:extLst>
              </p:cNvPr>
              <p:cNvGrpSpPr/>
              <p:nvPr/>
            </p:nvGrpSpPr>
            <p:grpSpPr>
              <a:xfrm>
                <a:off x="1821831" y="2767232"/>
                <a:ext cx="153638" cy="64294"/>
                <a:chOff x="1808512" y="2558105"/>
                <a:chExt cx="153638" cy="64294"/>
              </a:xfrm>
            </p:grpSpPr>
            <p:cxnSp>
              <p:nvCxnSpPr>
                <p:cNvPr id="75" name="直線コネクタ 74">
                  <a:extLst>
                    <a:ext uri="{FF2B5EF4-FFF2-40B4-BE49-F238E27FC236}">
                      <a16:creationId xmlns:a16="http://schemas.microsoft.com/office/drawing/2014/main" id="{E2978AE3-BB35-7B0B-904B-43ED5BD5E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8512" y="2558105"/>
                  <a:ext cx="15363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線コネクタ 75">
                  <a:extLst>
                    <a:ext uri="{FF2B5EF4-FFF2-40B4-BE49-F238E27FC236}">
                      <a16:creationId xmlns:a16="http://schemas.microsoft.com/office/drawing/2014/main" id="{B6D7C95C-62A6-5C00-1053-DF8539ACE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34087" y="2591443"/>
                  <a:ext cx="9648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線コネクタ 76">
                  <a:extLst>
                    <a:ext uri="{FF2B5EF4-FFF2-40B4-BE49-F238E27FC236}">
                      <a16:creationId xmlns:a16="http://schemas.microsoft.com/office/drawing/2014/main" id="{BB96DAB5-9836-1491-E92D-5F278F62BC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62043" y="2622399"/>
                  <a:ext cx="4489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F61B507F-6A72-B9EF-BC90-985D791D14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650" y="2633240"/>
                <a:ext cx="0" cy="1339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楕円 73">
                <a:extLst>
                  <a:ext uri="{FF2B5EF4-FFF2-40B4-BE49-F238E27FC236}">
                    <a16:creationId xmlns:a16="http://schemas.microsoft.com/office/drawing/2014/main" id="{020A61A9-D5A2-38A8-B8AA-48AABE2228F6}"/>
                  </a:ext>
                </a:extLst>
              </p:cNvPr>
              <p:cNvSpPr/>
              <p:nvPr/>
            </p:nvSpPr>
            <p:spPr>
              <a:xfrm>
                <a:off x="1875362" y="2585432"/>
                <a:ext cx="45719" cy="47807"/>
              </a:xfrm>
              <a:prstGeom prst="ellipse">
                <a:avLst/>
              </a:prstGeom>
              <a:no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7733D2CC-AACB-DBDD-2378-217B85D47EF7}"/>
                </a:ext>
              </a:extLst>
            </p:cNvPr>
            <p:cNvCxnSpPr>
              <a:cxnSpLocks/>
            </p:cNvCxnSpPr>
            <p:nvPr/>
          </p:nvCxnSpPr>
          <p:spPr>
            <a:xfrm>
              <a:off x="1618647" y="2630004"/>
              <a:ext cx="0" cy="3036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23FC346A-D555-1FF1-1758-63FA25AD0F93}"/>
                </a:ext>
              </a:extLst>
            </p:cNvPr>
            <p:cNvSpPr/>
            <p:nvPr/>
          </p:nvSpPr>
          <p:spPr>
            <a:xfrm>
              <a:off x="1595788" y="2582197"/>
              <a:ext cx="45719" cy="47807"/>
            </a:xfrm>
            <a:prstGeom prst="ellips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60006FC-BCA8-3481-FDFD-A9B1D2472E03}"/>
              </a:ext>
            </a:extLst>
          </p:cNvPr>
          <p:cNvCxnSpPr>
            <a:cxnSpLocks/>
          </p:cNvCxnSpPr>
          <p:nvPr/>
        </p:nvCxnSpPr>
        <p:spPr>
          <a:xfrm>
            <a:off x="1609581" y="2927198"/>
            <a:ext cx="32624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C09E946B-0BE5-CA4E-A747-6944096074C3}"/>
              </a:ext>
            </a:extLst>
          </p:cNvPr>
          <p:cNvCxnSpPr>
            <a:cxnSpLocks/>
          </p:cNvCxnSpPr>
          <p:nvPr/>
        </p:nvCxnSpPr>
        <p:spPr>
          <a:xfrm flipH="1">
            <a:off x="1683544" y="2403353"/>
            <a:ext cx="61417" cy="202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AC3C9DCF-4FBA-1CB0-CEB9-EEC9A998C45A}"/>
              </a:ext>
            </a:extLst>
          </p:cNvPr>
          <p:cNvCxnSpPr>
            <a:cxnSpLocks/>
          </p:cNvCxnSpPr>
          <p:nvPr/>
        </p:nvCxnSpPr>
        <p:spPr>
          <a:xfrm flipH="1">
            <a:off x="2488282" y="2403353"/>
            <a:ext cx="61417" cy="202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B71D1F26-6379-53F0-A6AE-D3900043DF89}"/>
              </a:ext>
            </a:extLst>
          </p:cNvPr>
          <p:cNvCxnSpPr>
            <a:cxnSpLocks/>
          </p:cNvCxnSpPr>
          <p:nvPr/>
        </p:nvCxnSpPr>
        <p:spPr>
          <a:xfrm flipH="1">
            <a:off x="3293020" y="2397650"/>
            <a:ext cx="61417" cy="202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3B7AF53E-E572-C000-BCC8-70BA304036EB}"/>
              </a:ext>
            </a:extLst>
          </p:cNvPr>
          <p:cNvCxnSpPr>
            <a:cxnSpLocks/>
          </p:cNvCxnSpPr>
          <p:nvPr/>
        </p:nvCxnSpPr>
        <p:spPr>
          <a:xfrm flipH="1">
            <a:off x="3960323" y="2408868"/>
            <a:ext cx="61417" cy="2027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1D5C529-F746-A25F-CA9F-4E24D3C1A1B8}"/>
                  </a:ext>
                </a:extLst>
              </p:cNvPr>
              <p:cNvSpPr txBox="1"/>
              <p:nvPr/>
            </p:nvSpPr>
            <p:spPr>
              <a:xfrm>
                <a:off x="1397264" y="2283458"/>
                <a:ext cx="302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1D5C529-F746-A25F-CA9F-4E24D3C1A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264" y="2283458"/>
                <a:ext cx="302419" cy="307777"/>
              </a:xfrm>
              <a:prstGeom prst="rect">
                <a:avLst/>
              </a:prstGeom>
              <a:blipFill>
                <a:blip r:embed="rId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B4AF8130-A31C-57E2-1B17-2148C6F8DFB6}"/>
                  </a:ext>
                </a:extLst>
              </p:cNvPr>
              <p:cNvSpPr txBox="1"/>
              <p:nvPr/>
            </p:nvSpPr>
            <p:spPr>
              <a:xfrm>
                <a:off x="2233818" y="2267512"/>
                <a:ext cx="302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88" name="テキスト ボックス 87">
                <a:extLst>
                  <a:ext uri="{FF2B5EF4-FFF2-40B4-BE49-F238E27FC236}">
                    <a16:creationId xmlns:a16="http://schemas.microsoft.com/office/drawing/2014/main" id="{B4AF8130-A31C-57E2-1B17-2148C6F8D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818" y="2267512"/>
                <a:ext cx="302419" cy="307777"/>
              </a:xfrm>
              <a:prstGeom prst="rect">
                <a:avLst/>
              </a:prstGeom>
              <a:blipFill>
                <a:blip r:embed="rId7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0B866A4C-8B5C-EE56-CA5E-9B22BED1C5F4}"/>
                  </a:ext>
                </a:extLst>
              </p:cNvPr>
              <p:cNvSpPr txBox="1"/>
              <p:nvPr/>
            </p:nvSpPr>
            <p:spPr>
              <a:xfrm>
                <a:off x="3031827" y="2278186"/>
                <a:ext cx="302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90" name="テキスト ボックス 89">
                <a:extLst>
                  <a:ext uri="{FF2B5EF4-FFF2-40B4-BE49-F238E27FC236}">
                    <a16:creationId xmlns:a16="http://schemas.microsoft.com/office/drawing/2014/main" id="{0B866A4C-8B5C-EE56-CA5E-9B22BED1C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827" y="2278186"/>
                <a:ext cx="302419" cy="307777"/>
              </a:xfrm>
              <a:prstGeom prst="rect">
                <a:avLst/>
              </a:prstGeom>
              <a:blipFill>
                <a:blip r:embed="rId8"/>
                <a:stretch>
                  <a:fillRect r="-4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27841F4-3925-C07F-D490-D657330108E5}"/>
                  </a:ext>
                </a:extLst>
              </p:cNvPr>
              <p:cNvSpPr txBox="1"/>
              <p:nvPr/>
            </p:nvSpPr>
            <p:spPr>
              <a:xfrm>
                <a:off x="3697488" y="2283458"/>
                <a:ext cx="302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92" name="テキスト ボックス 91">
                <a:extLst>
                  <a:ext uri="{FF2B5EF4-FFF2-40B4-BE49-F238E27FC236}">
                    <a16:creationId xmlns:a16="http://schemas.microsoft.com/office/drawing/2014/main" id="{D27841F4-3925-C07F-D490-D65733010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488" y="2283458"/>
                <a:ext cx="302419" cy="307777"/>
              </a:xfrm>
              <a:prstGeom prst="rect">
                <a:avLst/>
              </a:prstGeom>
              <a:blipFill>
                <a:blip r:embed="rId9"/>
                <a:stretch>
                  <a:fillRect r="-40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F4F0ADDE-6248-D415-0F3E-ACEF7715E521}"/>
              </a:ext>
            </a:extLst>
          </p:cNvPr>
          <p:cNvCxnSpPr>
            <a:cxnSpLocks/>
          </p:cNvCxnSpPr>
          <p:nvPr/>
        </p:nvCxnSpPr>
        <p:spPr>
          <a:xfrm>
            <a:off x="4866346" y="2264361"/>
            <a:ext cx="0" cy="6675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A5089EFE-BEB0-36D9-9D4F-16FE0B567013}"/>
              </a:ext>
            </a:extLst>
          </p:cNvPr>
          <p:cNvGrpSpPr/>
          <p:nvPr/>
        </p:nvGrpSpPr>
        <p:grpSpPr>
          <a:xfrm>
            <a:off x="5438743" y="2084536"/>
            <a:ext cx="489784" cy="544511"/>
            <a:chOff x="5677980" y="2071381"/>
            <a:chExt cx="489784" cy="544511"/>
          </a:xfrm>
        </p:grpSpPr>
        <p:sp>
          <p:nvSpPr>
            <p:cNvPr id="95" name="二等辺三角形 94">
              <a:extLst>
                <a:ext uri="{FF2B5EF4-FFF2-40B4-BE49-F238E27FC236}">
                  <a16:creationId xmlns:a16="http://schemas.microsoft.com/office/drawing/2014/main" id="{C15B1C2E-B1C4-CE0C-5A64-84622B8EF1B6}"/>
                </a:ext>
              </a:extLst>
            </p:cNvPr>
            <p:cNvSpPr/>
            <p:nvPr/>
          </p:nvSpPr>
          <p:spPr>
            <a:xfrm rot="5400000">
              <a:off x="5684371" y="2132499"/>
              <a:ext cx="544511" cy="422275"/>
            </a:xfrm>
            <a:prstGeom prst="triangle">
              <a:avLst/>
            </a:prstGeom>
            <a:noFill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 altLang="ja-JP" dirty="0"/>
            </a:p>
          </p:txBody>
        </p:sp>
        <p:sp>
          <p:nvSpPr>
            <p:cNvPr id="97" name="テキスト ボックス 96">
              <a:extLst>
                <a:ext uri="{FF2B5EF4-FFF2-40B4-BE49-F238E27FC236}">
                  <a16:creationId xmlns:a16="http://schemas.microsoft.com/office/drawing/2014/main" id="{BFF82848-B1D8-9A21-A7DF-11F9ED0130C6}"/>
                </a:ext>
              </a:extLst>
            </p:cNvPr>
            <p:cNvSpPr txBox="1"/>
            <p:nvPr/>
          </p:nvSpPr>
          <p:spPr>
            <a:xfrm>
              <a:off x="5677980" y="2130121"/>
              <a:ext cx="18636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ja-JP" altLang="en-US" sz="105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－</a:t>
              </a:r>
              <a:endParaRPr kumimoji="1"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l"/>
              <a:r>
                <a:rPr kumimoji="1" lang="en-US" altLang="ja-JP" sz="105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+</a:t>
              </a:r>
              <a:endParaRPr kumimoji="1"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100" name="楕円 99">
            <a:extLst>
              <a:ext uri="{FF2B5EF4-FFF2-40B4-BE49-F238E27FC236}">
                <a16:creationId xmlns:a16="http://schemas.microsoft.com/office/drawing/2014/main" id="{B5F08EF3-5C76-4638-BA7C-E70F0DCDEF70}"/>
              </a:ext>
            </a:extLst>
          </p:cNvPr>
          <p:cNvSpPr/>
          <p:nvPr/>
        </p:nvSpPr>
        <p:spPr>
          <a:xfrm>
            <a:off x="5083966" y="2240457"/>
            <a:ext cx="45719" cy="4780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2B026954-5B30-893E-C80C-CA05FA24A572}"/>
              </a:ext>
            </a:extLst>
          </p:cNvPr>
          <p:cNvGrpSpPr/>
          <p:nvPr/>
        </p:nvGrpSpPr>
        <p:grpSpPr>
          <a:xfrm>
            <a:off x="5214318" y="2849060"/>
            <a:ext cx="153638" cy="64294"/>
            <a:chOff x="1808512" y="2558105"/>
            <a:chExt cx="153638" cy="64294"/>
          </a:xfrm>
        </p:grpSpPr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B63D3A94-2716-F1DD-E3C5-0A3A3D6FB4C4}"/>
                </a:ext>
              </a:extLst>
            </p:cNvPr>
            <p:cNvCxnSpPr>
              <a:cxnSpLocks/>
            </p:cNvCxnSpPr>
            <p:nvPr/>
          </p:nvCxnSpPr>
          <p:spPr>
            <a:xfrm>
              <a:off x="1808512" y="2558105"/>
              <a:ext cx="15363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2C8B7CAE-88CF-A273-71D2-835EE42BC5D4}"/>
                </a:ext>
              </a:extLst>
            </p:cNvPr>
            <p:cNvCxnSpPr>
              <a:cxnSpLocks/>
            </p:cNvCxnSpPr>
            <p:nvPr/>
          </p:nvCxnSpPr>
          <p:spPr>
            <a:xfrm>
              <a:off x="1834087" y="2591443"/>
              <a:ext cx="9648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7EB6F745-568F-ED67-33E7-9E2BC2937C92}"/>
                </a:ext>
              </a:extLst>
            </p:cNvPr>
            <p:cNvCxnSpPr>
              <a:cxnSpLocks/>
            </p:cNvCxnSpPr>
            <p:nvPr/>
          </p:nvCxnSpPr>
          <p:spPr>
            <a:xfrm>
              <a:off x="1862043" y="2622399"/>
              <a:ext cx="4489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1CE831CE-5395-EA9A-38B7-8B633D28474C}"/>
              </a:ext>
            </a:extLst>
          </p:cNvPr>
          <p:cNvCxnSpPr>
            <a:cxnSpLocks/>
          </p:cNvCxnSpPr>
          <p:nvPr/>
        </p:nvCxnSpPr>
        <p:spPr>
          <a:xfrm>
            <a:off x="5288137" y="2432074"/>
            <a:ext cx="0" cy="4167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楕円 105">
            <a:extLst>
              <a:ext uri="{FF2B5EF4-FFF2-40B4-BE49-F238E27FC236}">
                <a16:creationId xmlns:a16="http://schemas.microsoft.com/office/drawing/2014/main" id="{AD2A9225-6DF1-F119-6A82-6A41AF41A5AB}"/>
              </a:ext>
            </a:extLst>
          </p:cNvPr>
          <p:cNvSpPr/>
          <p:nvPr/>
        </p:nvSpPr>
        <p:spPr>
          <a:xfrm>
            <a:off x="6353072" y="2331642"/>
            <a:ext cx="45719" cy="47807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D56914C4-967C-F5A6-0B83-B775CBB992A6}"/>
              </a:ext>
            </a:extLst>
          </p:cNvPr>
          <p:cNvCxnSpPr>
            <a:cxnSpLocks/>
          </p:cNvCxnSpPr>
          <p:nvPr/>
        </p:nvCxnSpPr>
        <p:spPr>
          <a:xfrm>
            <a:off x="5278164" y="2432074"/>
            <a:ext cx="2240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楕円 102">
            <a:extLst>
              <a:ext uri="{FF2B5EF4-FFF2-40B4-BE49-F238E27FC236}">
                <a16:creationId xmlns:a16="http://schemas.microsoft.com/office/drawing/2014/main" id="{8340F355-EE01-5C77-A555-2535B021D6E2}"/>
              </a:ext>
            </a:extLst>
          </p:cNvPr>
          <p:cNvSpPr/>
          <p:nvPr/>
        </p:nvSpPr>
        <p:spPr>
          <a:xfrm>
            <a:off x="6117940" y="2324740"/>
            <a:ext cx="45719" cy="4780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A80EC971-383F-6626-0C8D-835FDCCADD2B}"/>
              </a:ext>
            </a:extLst>
          </p:cNvPr>
          <p:cNvCxnSpPr>
            <a:cxnSpLocks/>
          </p:cNvCxnSpPr>
          <p:nvPr/>
        </p:nvCxnSpPr>
        <p:spPr>
          <a:xfrm>
            <a:off x="4856822" y="2264361"/>
            <a:ext cx="6382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正方形/長方形 116">
                <a:extLst>
                  <a:ext uri="{FF2B5EF4-FFF2-40B4-BE49-F238E27FC236}">
                    <a16:creationId xmlns:a16="http://schemas.microsoft.com/office/drawing/2014/main" id="{04071702-7D2F-0105-C255-BA74904EF070}"/>
                  </a:ext>
                </a:extLst>
              </p:cNvPr>
              <p:cNvSpPr/>
              <p:nvPr/>
            </p:nvSpPr>
            <p:spPr>
              <a:xfrm>
                <a:off x="5331225" y="1640405"/>
                <a:ext cx="523908" cy="2254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ja-JP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正方形/長方形 116">
                <a:extLst>
                  <a:ext uri="{FF2B5EF4-FFF2-40B4-BE49-F238E27FC236}">
                    <a16:creationId xmlns:a16="http://schemas.microsoft.com/office/drawing/2014/main" id="{04071702-7D2F-0105-C255-BA74904EF0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225" y="1640405"/>
                <a:ext cx="523908" cy="225422"/>
              </a:xfrm>
              <a:prstGeom prst="rect">
                <a:avLst/>
              </a:prstGeom>
              <a:blipFill>
                <a:blip r:embed="rId10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ABEAD110-6556-9568-B73E-456A8B72DF80}"/>
              </a:ext>
            </a:extLst>
          </p:cNvPr>
          <p:cNvCxnSpPr>
            <a:cxnSpLocks/>
          </p:cNvCxnSpPr>
          <p:nvPr/>
        </p:nvCxnSpPr>
        <p:spPr>
          <a:xfrm>
            <a:off x="5107162" y="1745155"/>
            <a:ext cx="0" cy="51920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03CC6954-8223-9385-18AB-5C84BD857937}"/>
              </a:ext>
            </a:extLst>
          </p:cNvPr>
          <p:cNvCxnSpPr>
            <a:cxnSpLocks/>
          </p:cNvCxnSpPr>
          <p:nvPr/>
        </p:nvCxnSpPr>
        <p:spPr>
          <a:xfrm>
            <a:off x="5099905" y="1753116"/>
            <a:ext cx="22406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24643EEB-E913-6452-C827-5D924CE5D343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5923765" y="2353406"/>
            <a:ext cx="429307" cy="21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CAC91051-979F-9B6D-A27C-C97A9BCB01F1}"/>
              </a:ext>
            </a:extLst>
          </p:cNvPr>
          <p:cNvCxnSpPr>
            <a:cxnSpLocks/>
          </p:cNvCxnSpPr>
          <p:nvPr/>
        </p:nvCxnSpPr>
        <p:spPr>
          <a:xfrm>
            <a:off x="6140800" y="1742774"/>
            <a:ext cx="0" cy="6058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6673A6E3-6A5A-423E-9A00-4E68DB67CA4B}"/>
              </a:ext>
            </a:extLst>
          </p:cNvPr>
          <p:cNvCxnSpPr>
            <a:cxnSpLocks/>
          </p:cNvCxnSpPr>
          <p:nvPr/>
        </p:nvCxnSpPr>
        <p:spPr>
          <a:xfrm>
            <a:off x="5854551" y="1753116"/>
            <a:ext cx="2862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二等辺三角形 126">
            <a:extLst>
              <a:ext uri="{FF2B5EF4-FFF2-40B4-BE49-F238E27FC236}">
                <a16:creationId xmlns:a16="http://schemas.microsoft.com/office/drawing/2014/main" id="{1ADAE231-1928-5880-5FE9-A06F9878B578}"/>
              </a:ext>
            </a:extLst>
          </p:cNvPr>
          <p:cNvSpPr/>
          <p:nvPr/>
        </p:nvSpPr>
        <p:spPr>
          <a:xfrm rot="5400000">
            <a:off x="4933134" y="2241500"/>
            <a:ext cx="90487" cy="45719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E031C1AE-F859-A5D7-D5FE-39BF237EC0D0}"/>
                  </a:ext>
                </a:extLst>
              </p:cNvPr>
              <p:cNvSpPr txBox="1"/>
              <p:nvPr/>
            </p:nvSpPr>
            <p:spPr>
              <a:xfrm>
                <a:off x="4737200" y="2004758"/>
                <a:ext cx="3024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1400" i="1">
                          <a:latin typeface="Cambria Math" panose="02040503050406030204" pitchFamily="18" charset="0"/>
                          <a:ea typeface="メイリオ" panose="020B0604030504040204" pitchFamily="50" charset="-128"/>
                        </a:rPr>
                        <m:t>I</m:t>
                      </m:r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29" name="テキスト ボックス 128">
                <a:extLst>
                  <a:ext uri="{FF2B5EF4-FFF2-40B4-BE49-F238E27FC236}">
                    <a16:creationId xmlns:a16="http://schemas.microsoft.com/office/drawing/2014/main" id="{E031C1AE-F859-A5D7-D5FE-39BF237EC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00" y="2004758"/>
                <a:ext cx="302419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7EB9EB0C-B215-C4F1-7B71-36AF21D7B069}"/>
                  </a:ext>
                </a:extLst>
              </p:cNvPr>
              <p:cNvSpPr txBox="1"/>
              <p:nvPr/>
            </p:nvSpPr>
            <p:spPr>
              <a:xfrm>
                <a:off x="6163659" y="2510241"/>
                <a:ext cx="11352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𝐸</m:t>
                          </m:r>
                        </m:e>
                        <m:sub>
                          <m: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𝑜𝑢𝑡</m:t>
                          </m:r>
                        </m:sub>
                      </m:sSub>
                      <m:r>
                        <a:rPr lang="en-US" altLang="ja-JP" sz="1400" b="0" i="1" smtClean="0">
                          <a:latin typeface="Cambria Math" panose="02040503050406030204" pitchFamily="18" charset="0"/>
                          <a:ea typeface="メイリオ" panose="020B0604030504040204" pitchFamily="50" charset="-128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ja-JP" sz="1400" i="1">
                          <a:latin typeface="Cambria Math" panose="02040503050406030204" pitchFamily="18" charset="0"/>
                          <a:ea typeface="メイリオ" panose="020B0604030504040204" pitchFamily="50" charset="-128"/>
                        </a:rPr>
                        <m:t>I</m:t>
                      </m:r>
                      <m:sSub>
                        <m:sSubPr>
                          <m:ctrlP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𝑅</m:t>
                          </m:r>
                        </m:e>
                        <m:sub>
                          <m:r>
                            <a:rPr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31" name="テキスト ボックス 130">
                <a:extLst>
                  <a:ext uri="{FF2B5EF4-FFF2-40B4-BE49-F238E27FC236}">
                    <a16:creationId xmlns:a16="http://schemas.microsoft.com/office/drawing/2014/main" id="{7EB9EB0C-B215-C4F1-7B71-36AF21D7B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659" y="2510241"/>
                <a:ext cx="11352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87C8C20A-279E-0D2E-F8BA-C17374CDC995}"/>
              </a:ext>
            </a:extLst>
          </p:cNvPr>
          <p:cNvCxnSpPr>
            <a:cxnSpLocks/>
          </p:cNvCxnSpPr>
          <p:nvPr/>
        </p:nvCxnSpPr>
        <p:spPr>
          <a:xfrm flipV="1">
            <a:off x="6210300" y="2355545"/>
            <a:ext cx="0" cy="578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二等辺三角形 134">
            <a:extLst>
              <a:ext uri="{FF2B5EF4-FFF2-40B4-BE49-F238E27FC236}">
                <a16:creationId xmlns:a16="http://schemas.microsoft.com/office/drawing/2014/main" id="{9A56024D-8A07-4D1D-7854-856662048FC8}"/>
              </a:ext>
            </a:extLst>
          </p:cNvPr>
          <p:cNvSpPr/>
          <p:nvPr/>
        </p:nvSpPr>
        <p:spPr>
          <a:xfrm rot="10800000">
            <a:off x="1664115" y="1061765"/>
            <a:ext cx="166453" cy="80411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63F78D7C-0402-1D9B-4B14-EE248F8B54D7}"/>
                  </a:ext>
                </a:extLst>
              </p:cNvPr>
              <p:cNvSpPr txBox="1"/>
              <p:nvPr/>
            </p:nvSpPr>
            <p:spPr>
              <a:xfrm>
                <a:off x="1316708" y="746071"/>
                <a:ext cx="463529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メイリオ" panose="020B0604030504040204" pitchFamily="50" charset="-128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mc:Choice>
        <mc:Fallback>
          <p:sp>
            <p:nvSpPr>
              <p:cNvPr id="137" name="テキスト ボックス 136">
                <a:extLst>
                  <a:ext uri="{FF2B5EF4-FFF2-40B4-BE49-F238E27FC236}">
                    <a16:creationId xmlns:a16="http://schemas.microsoft.com/office/drawing/2014/main" id="{63F78D7C-0402-1D9B-4B14-EE248F8B5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708" y="746071"/>
                <a:ext cx="463529" cy="325025"/>
              </a:xfrm>
              <a:prstGeom prst="rect">
                <a:avLst/>
              </a:prstGeom>
              <a:blipFill>
                <a:blip r:embed="rId13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94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220</Words>
  <Application>Microsoft Office PowerPoint</Application>
  <PresentationFormat>ワイド画面</PresentationFormat>
  <Paragraphs>57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メイリオ</vt:lpstr>
      <vt:lpstr>游ゴシック</vt:lpstr>
      <vt:lpstr>游ゴシック Light</vt:lpstr>
      <vt:lpstr>Arial</vt:lpstr>
      <vt:lpstr>Cambria Math</vt:lpstr>
      <vt:lpstr>Wingdings</vt:lpstr>
      <vt:lpstr>Office テーマ</vt:lpstr>
      <vt:lpstr>PowerPoint プレゼンテーション</vt:lpstr>
      <vt:lpstr>重み抵抗型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宇都宮　稜</dc:creator>
  <cp:lastModifiedBy>Ryo Utsunomiya</cp:lastModifiedBy>
  <cp:revision>26</cp:revision>
  <dcterms:created xsi:type="dcterms:W3CDTF">2024-09-26T23:54:14Z</dcterms:created>
  <dcterms:modified xsi:type="dcterms:W3CDTF">2026-06-30T22:07:48Z</dcterms:modified>
</cp:coreProperties>
</file>